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notesSlides/notesSlide1.xml" ContentType="application/vnd.openxmlformats-officedocument.presentationml.notesSlide+xml"/>
  <Override PartName="/ppt/tags/tag3.xml" ContentType="application/vnd.openxmlformats-officedocument.presentationml.tags+xml"/>
  <Override PartName="/ppt/notesSlides/notesSlide2.xml" ContentType="application/vnd.openxmlformats-officedocument.presentationml.notesSlide+xml"/>
  <Override PartName="/ppt/tags/tag4.xml" ContentType="application/vnd.openxmlformats-officedocument.presentationml.tags+xml"/>
  <Override PartName="/ppt/notesSlides/notesSlide3.xml" ContentType="application/vnd.openxmlformats-officedocument.presentationml.notesSlide+xml"/>
  <Override PartName="/ppt/tags/tag5.xml" ContentType="application/vnd.openxmlformats-officedocument.presentationml.tags+xml"/>
  <Override PartName="/ppt/notesSlides/notesSlide4.xml" ContentType="application/vnd.openxmlformats-officedocument.presentationml.notesSlide+xml"/>
  <Override PartName="/ppt/tags/tag6.xml" ContentType="application/vnd.openxmlformats-officedocument.presentationml.tags+xml"/>
  <Override PartName="/ppt/notesSlides/notesSlide5.xml" ContentType="application/vnd.openxmlformats-officedocument.presentationml.notesSlide+xml"/>
  <Override PartName="/ppt/tags/tag7.xml" ContentType="application/vnd.openxmlformats-officedocument.presentationml.tags+xml"/>
  <Override PartName="/ppt/notesSlides/notesSlide6.xml" ContentType="application/vnd.openxmlformats-officedocument.presentationml.notesSlide+xml"/>
  <Override PartName="/ppt/tags/tag8.xml" ContentType="application/vnd.openxmlformats-officedocument.presentationml.tags+xml"/>
  <Override PartName="/ppt/notesSlides/notesSlide7.xml" ContentType="application/vnd.openxmlformats-officedocument.presentationml.notesSlide+xml"/>
  <Override PartName="/ppt/tags/tag9.xml" ContentType="application/vnd.openxmlformats-officedocument.presentationml.tags+xml"/>
  <Override PartName="/ppt/notesSlides/notesSlide8.xml" ContentType="application/vnd.openxmlformats-officedocument.presentationml.notesSlide+xml"/>
  <Override PartName="/ppt/tags/tag10.xml" ContentType="application/vnd.openxmlformats-officedocument.presentationml.tags+xml"/>
  <Override PartName="/ppt/notesSlides/notesSlide9.xml" ContentType="application/vnd.openxmlformats-officedocument.presentationml.notesSlide+xml"/>
  <Override PartName="/ppt/tags/tag11.xml" ContentType="application/vnd.openxmlformats-officedocument.presentationml.tags+xml"/>
  <Override PartName="/ppt/notesSlides/notesSlide10.xml" ContentType="application/vnd.openxmlformats-officedocument.presentationml.notesSlide+xml"/>
  <Override PartName="/ppt/tags/tag12.xml" ContentType="application/vnd.openxmlformats-officedocument.presentationml.tags+xml"/>
  <Override PartName="/ppt/notesSlides/notesSlide11.xml" ContentType="application/vnd.openxmlformats-officedocument.presentationml.notesSlide+xml"/>
  <Override PartName="/ppt/tags/tag13.xml" ContentType="application/vnd.openxmlformats-officedocument.presentationml.tags+xml"/>
  <Override PartName="/ppt/notesSlides/notesSlide12.xml" ContentType="application/vnd.openxmlformats-officedocument.presentationml.notesSlide+xml"/>
  <Override PartName="/ppt/tags/tag14.xml" ContentType="application/vnd.openxmlformats-officedocument.presentationml.tags+xml"/>
  <Override PartName="/ppt/notesSlides/notesSlide13.xml" ContentType="application/vnd.openxmlformats-officedocument.presentationml.notesSlide+xml"/>
  <Override PartName="/ppt/tags/tag15.xml" ContentType="application/vnd.openxmlformats-officedocument.presentationml.tags+xml"/>
  <Override PartName="/ppt/notesSlides/notesSlide14.xml" ContentType="application/vnd.openxmlformats-officedocument.presentationml.notesSlide+xml"/>
  <Override PartName="/ppt/tags/tag16.xml" ContentType="application/vnd.openxmlformats-officedocument.presentationml.tags+xml"/>
  <Override PartName="/ppt/notesSlides/notesSlide15.xml" ContentType="application/vnd.openxmlformats-officedocument.presentationml.notesSlide+xml"/>
  <Override PartName="/ppt/tags/tag17.xml" ContentType="application/vnd.openxmlformats-officedocument.presentationml.tags+xml"/>
  <Override PartName="/ppt/notesSlides/notesSlide16.xml" ContentType="application/vnd.openxmlformats-officedocument.presentationml.notesSlide+xml"/>
  <Override PartName="/ppt/tags/tag18.xml" ContentType="application/vnd.openxmlformats-officedocument.presentationml.tags+xml"/>
  <Override PartName="/ppt/notesSlides/notesSlide17.xml" ContentType="application/vnd.openxmlformats-officedocument.presentationml.notesSlide+xml"/>
  <Override PartName="/ppt/tags/tag19.xml" ContentType="application/vnd.openxmlformats-officedocument.presentationml.tags+xml"/>
  <Override PartName="/ppt/notesSlides/notesSlide18.xml" ContentType="application/vnd.openxmlformats-officedocument.presentationml.notesSlide+xml"/>
  <Override PartName="/ppt/tags/tag20.xml" ContentType="application/vnd.openxmlformats-officedocument.presentationml.tags+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4"/>
  </p:sldMasterIdLst>
  <p:notesMasterIdLst>
    <p:notesMasterId r:id="rId24"/>
  </p:notesMasterIdLst>
  <p:sldIdLst>
    <p:sldId id="256" r:id="rId5"/>
    <p:sldId id="257" r:id="rId6"/>
    <p:sldId id="258" r:id="rId7"/>
    <p:sldId id="259" r:id="rId8"/>
    <p:sldId id="260" r:id="rId9"/>
    <p:sldId id="261" r:id="rId10"/>
    <p:sldId id="262" r:id="rId11"/>
    <p:sldId id="263" r:id="rId12"/>
    <p:sldId id="270" r:id="rId13"/>
    <p:sldId id="271" r:id="rId14"/>
    <p:sldId id="272" r:id="rId15"/>
    <p:sldId id="273" r:id="rId16"/>
    <p:sldId id="264" r:id="rId17"/>
    <p:sldId id="265" r:id="rId18"/>
    <p:sldId id="266" r:id="rId19"/>
    <p:sldId id="274" r:id="rId20"/>
    <p:sldId id="267" r:id="rId21"/>
    <p:sldId id="268" r:id="rId22"/>
    <p:sldId id="269" r:id="rId23"/>
  </p:sldIdLst>
  <p:sldSz cx="12192000" cy="6858000"/>
  <p:notesSz cx="6858000" cy="9144000"/>
  <p:embeddedFontLst>
    <p:embeddedFont>
      <p:font typeface="Century Gothic" panose="020B0502020202020204" pitchFamily="34" charset="0"/>
      <p:regular r:id="rId25"/>
      <p:bold r:id="rId26"/>
      <p:italic r:id="rId27"/>
      <p:boldItalic r:id="rId28"/>
    </p:embeddedFont>
  </p:embeddedFontLst>
  <p:custDataLst>
    <p:tags r:id="rId29"/>
  </p:custData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30" roundtripDataSignature="AMtx7mhlYlCtF+airiOZksSy3UV5ad0gh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802198C4-3087-4945-87E3-76CBB3509B7E}">
  <a:tblStyle styleId="{802198C4-3087-4945-87E3-76CBB3509B7E}" styleName="Table_0">
    <a:wholeTbl>
      <a:tcTxStyle b="off" i="off">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80017" autoAdjust="0"/>
  </p:normalViewPr>
  <p:slideViewPr>
    <p:cSldViewPr snapToGrid="0">
      <p:cViewPr varScale="1">
        <p:scale>
          <a:sx n="127" d="100"/>
          <a:sy n="127" d="100"/>
        </p:scale>
        <p:origin x="1578" y="126"/>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font" Target="fonts/font2.fntdata"/><Relationship Id="rId3" Type="http://schemas.openxmlformats.org/officeDocument/2006/relationships/customXml" Target="../customXml/item3.xml"/><Relationship Id="rId21" Type="http://schemas.openxmlformats.org/officeDocument/2006/relationships/slide" Target="slides/slide17.xml"/><Relationship Id="rId34"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font" Target="fonts/font1.fntdata"/><Relationship Id="rId33"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tags" Target="tags/tag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notesMaster" Target="notesMasters/notesMaster1.xml"/><Relationship Id="rId32"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font" Target="fonts/font4.fntdata"/><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font" Target="fonts/font3.fntdata"/><Relationship Id="rId30" Type="http://customschemas.google.com/relationships/presentationmetadata" Target="metadata"/><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extLst>
      <p:ext uri="{BB962C8B-B14F-4D97-AF65-F5344CB8AC3E}">
        <p14:creationId xmlns:p14="http://schemas.microsoft.com/office/powerpoint/2010/main" val="2639196537"/>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158750" indent="0">
              <a:buNone/>
            </a:pPr>
            <a:r>
              <a:rPr lang="en-US" sz="1100" b="0" i="0" u="none" strike="noStrike" cap="none" dirty="0">
                <a:solidFill>
                  <a:srgbClr val="000000"/>
                </a:solidFill>
                <a:effectLst/>
                <a:latin typeface="Arial"/>
                <a:ea typeface="Arial"/>
                <a:cs typeface="Arial"/>
                <a:sym typeface="Arial"/>
              </a:rPr>
              <a:t>Good afternoon, this is Ryan Blackburn, and today I will be covering the Security Policy Presentation for Green Pace.</a:t>
            </a:r>
          </a:p>
          <a:p>
            <a:pPr marL="0" lvl="0" indent="0" algn="l" rtl="0">
              <a:lnSpc>
                <a:spcPct val="100000"/>
              </a:lnSpc>
              <a:spcBef>
                <a:spcPts val="0"/>
              </a:spcBef>
              <a:spcAft>
                <a:spcPts val="0"/>
              </a:spcAft>
              <a:buSzPts val="1100"/>
              <a:buNone/>
            </a:pPr>
            <a:endParaRPr dirty="0"/>
          </a:p>
        </p:txBody>
      </p:sp>
      <p:sp>
        <p:nvSpPr>
          <p:cNvPr id="142" name="Google Shape;14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7"/>
        <p:cNvGrpSpPr/>
        <p:nvPr/>
      </p:nvGrpSpPr>
      <p:grpSpPr>
        <a:xfrm>
          <a:off x="0" y="0"/>
          <a:ext cx="0" cy="0"/>
          <a:chOff x="0" y="0"/>
          <a:chExt cx="0" cy="0"/>
        </a:xfrm>
      </p:grpSpPr>
      <p:sp>
        <p:nvSpPr>
          <p:cNvPr id="148" name="Google Shape;148;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158750" indent="0">
              <a:buNone/>
            </a:pPr>
            <a:r>
              <a:rPr lang="en-US" sz="1100" b="0" i="0" u="none" strike="noStrike" cap="none" dirty="0">
                <a:solidFill>
                  <a:srgbClr val="000000"/>
                </a:solidFill>
                <a:effectLst/>
                <a:latin typeface="Arial"/>
                <a:ea typeface="Arial"/>
                <a:cs typeface="Arial"/>
                <a:sym typeface="Arial"/>
              </a:rPr>
              <a:t>INTRODUCTION:</a:t>
            </a:r>
          </a:p>
          <a:p>
            <a:r>
              <a:rPr lang="en-US" sz="1100" b="0" i="0" u="none" strike="noStrike" cap="none" dirty="0">
                <a:solidFill>
                  <a:srgbClr val="000000"/>
                </a:solidFill>
                <a:effectLst/>
                <a:latin typeface="Arial"/>
                <a:ea typeface="Arial"/>
                <a:cs typeface="Arial"/>
                <a:sym typeface="Arial"/>
              </a:rPr>
              <a:t>As part of this presentation, I will be applying the Green Pace security policy to a real-world example to illustrate how these principles work in practice.</a:t>
            </a:r>
          </a:p>
          <a:p>
            <a:pPr marL="158750" indent="0">
              <a:buNone/>
            </a:pPr>
            <a:endParaRPr lang="en-US" sz="1100" b="0" i="0" u="none" strike="noStrike" cap="none" dirty="0">
              <a:solidFill>
                <a:srgbClr val="000000"/>
              </a:solidFill>
              <a:effectLst/>
              <a:latin typeface="Arial"/>
              <a:ea typeface="Arial"/>
              <a:cs typeface="Arial"/>
              <a:sym typeface="Arial"/>
            </a:endParaRPr>
          </a:p>
          <a:p>
            <a:pPr marL="158750" indent="0">
              <a:buNone/>
            </a:pPr>
            <a:r>
              <a:rPr lang="en-US" sz="1100" b="0" i="0" u="none" strike="noStrike" cap="none" dirty="0">
                <a:solidFill>
                  <a:srgbClr val="000000"/>
                </a:solidFill>
                <a:effectLst/>
                <a:latin typeface="Arial"/>
                <a:ea typeface="Arial"/>
                <a:cs typeface="Arial"/>
                <a:sym typeface="Arial"/>
              </a:rPr>
              <a:t>OVERVIEW: DEFENSE IN DEPTH</a:t>
            </a:r>
          </a:p>
          <a:p>
            <a:r>
              <a:rPr lang="en-US" sz="1100" b="0" i="0" u="none" strike="noStrike" cap="none" dirty="0">
                <a:solidFill>
                  <a:srgbClr val="000000"/>
                </a:solidFill>
                <a:effectLst/>
                <a:latin typeface="Arial"/>
                <a:ea typeface="Arial"/>
                <a:cs typeface="Arial"/>
                <a:sym typeface="Arial"/>
              </a:rPr>
              <a:t>The Equifax breach in 2017 is a strong example of why a defense-in-depth strategy is necessary. This was a scenario where attackers exploited a known unpatched vulnerability, but the real issue was that multiple layers of security failed. At the time there did not exist an effective patch management, limited monitoring, and insufficient protection of sensitive data.</a:t>
            </a:r>
          </a:p>
          <a:p>
            <a:r>
              <a:rPr lang="en-US" sz="1100" b="0" i="0" u="none" strike="noStrike" cap="none" dirty="0">
                <a:solidFill>
                  <a:srgbClr val="000000"/>
                </a:solidFill>
                <a:effectLst/>
                <a:latin typeface="Arial"/>
                <a:ea typeface="Arial"/>
                <a:cs typeface="Arial"/>
                <a:sym typeface="Arial"/>
              </a:rPr>
              <a:t>My proposed security policy is designed to address those gaps by implementing multiple layers of security controls. Defense in depth ensures that even if one control fails, others are in place to reduce the impact. This includes protections at the application, system, and network levels, as shown in the diagram.</a:t>
            </a:r>
          </a:p>
          <a:p>
            <a:pPr marL="0" lvl="0" indent="0" algn="l" rtl="0">
              <a:lnSpc>
                <a:spcPct val="100000"/>
              </a:lnSpc>
              <a:spcBef>
                <a:spcPts val="0"/>
              </a:spcBef>
              <a:spcAft>
                <a:spcPts val="0"/>
              </a:spcAft>
              <a:buSzPts val="1100"/>
              <a:buNone/>
            </a:pPr>
            <a:endParaRPr dirty="0"/>
          </a:p>
        </p:txBody>
      </p:sp>
      <p:sp>
        <p:nvSpPr>
          <p:cNvPr id="149" name="Google Shape;149;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p:cNvGrpSpPr/>
        <p:nvPr/>
      </p:nvGrpSpPr>
      <p:grpSpPr>
        <a:xfrm>
          <a:off x="0" y="0"/>
          <a:ext cx="0" cy="0"/>
          <a:chOff x="0" y="0"/>
          <a:chExt cx="0" cy="0"/>
        </a:xfrm>
      </p:grpSpPr>
      <p:sp>
        <p:nvSpPr>
          <p:cNvPr id="156" name="Google Shape;156;p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158750" indent="0">
              <a:buNone/>
            </a:pPr>
            <a:r>
              <a:rPr lang="en-US" sz="1100" b="0" i="0" u="none" strike="noStrike" cap="none" dirty="0">
                <a:solidFill>
                  <a:srgbClr val="000000"/>
                </a:solidFill>
                <a:effectLst/>
                <a:latin typeface="Arial"/>
                <a:ea typeface="Arial"/>
                <a:cs typeface="Arial"/>
                <a:sym typeface="Arial"/>
              </a:rPr>
              <a:t>THREATS MATRIX</a:t>
            </a:r>
          </a:p>
          <a:p>
            <a:pPr marL="158750" indent="0">
              <a:buNone/>
            </a:pPr>
            <a:r>
              <a:rPr lang="en-US" sz="1100" b="0" i="0" u="none" strike="noStrike" cap="none" dirty="0">
                <a:solidFill>
                  <a:srgbClr val="000000"/>
                </a:solidFill>
                <a:effectLst/>
                <a:latin typeface="Arial"/>
                <a:ea typeface="Arial"/>
                <a:cs typeface="Arial"/>
                <a:sym typeface="Arial"/>
              </a:rPr>
              <a:t> </a:t>
            </a:r>
          </a:p>
          <a:p>
            <a:r>
              <a:rPr lang="en-US" sz="1100" b="0" i="0" u="none" strike="noStrike" cap="none" dirty="0">
                <a:solidFill>
                  <a:srgbClr val="000000"/>
                </a:solidFill>
                <a:effectLst/>
                <a:latin typeface="Arial"/>
                <a:ea typeface="Arial"/>
                <a:cs typeface="Arial"/>
                <a:sym typeface="Arial"/>
              </a:rPr>
              <a:t>The threat matrix organizes risks based on their likelihood of exploitation and the impact of if exploitation were to occur. </a:t>
            </a:r>
          </a:p>
          <a:p>
            <a:r>
              <a:rPr lang="en-US" sz="1100" b="0" i="0" u="none" strike="noStrike" cap="none" dirty="0">
                <a:solidFill>
                  <a:srgbClr val="000000"/>
                </a:solidFill>
                <a:effectLst/>
                <a:latin typeface="Arial"/>
                <a:ea typeface="Arial"/>
                <a:cs typeface="Arial"/>
                <a:sym typeface="Arial"/>
              </a:rPr>
              <a:t>The most critical risks in the Equifax breach were unpatched vulnerabilities and poor patch management, which made the system highly vulnerable to attack. These are placed in the “likely” category because they are common and easily exploited.</a:t>
            </a:r>
          </a:p>
          <a:p>
            <a:r>
              <a:rPr lang="en-US" sz="1100" b="0" i="0" u="none" strike="noStrike" cap="none" dirty="0">
                <a:solidFill>
                  <a:srgbClr val="000000"/>
                </a:solidFill>
                <a:effectLst/>
                <a:latin typeface="Arial"/>
                <a:ea typeface="Arial"/>
                <a:cs typeface="Arial"/>
                <a:sym typeface="Arial"/>
              </a:rPr>
              <a:t>The next highest Priority risks involve the exposure of sensitive personal data and unauthorized access, as these have severe real-world consequences, including identity theft and financial loss.</a:t>
            </a:r>
          </a:p>
          <a:p>
            <a:r>
              <a:rPr lang="en-US" sz="1100" b="0" i="0" u="none" strike="noStrike" cap="none" dirty="0">
                <a:solidFill>
                  <a:srgbClr val="000000"/>
                </a:solidFill>
                <a:effectLst/>
                <a:latin typeface="Arial"/>
                <a:ea typeface="Arial"/>
                <a:cs typeface="Arial"/>
                <a:sym typeface="Arial"/>
              </a:rPr>
              <a:t>Lower-priority risks include minor configuration issues or internal miscommunication, which can still contribute to vulnerabilities but are less immediately dangerous. </a:t>
            </a:r>
          </a:p>
          <a:p>
            <a:r>
              <a:rPr lang="en-US" sz="1100" b="0" i="0" u="none" strike="noStrike" cap="none" dirty="0">
                <a:solidFill>
                  <a:srgbClr val="000000"/>
                </a:solidFill>
                <a:effectLst/>
                <a:latin typeface="Arial"/>
                <a:ea typeface="Arial"/>
                <a:cs typeface="Arial"/>
                <a:sym typeface="Arial"/>
              </a:rPr>
              <a:t>Finally unlikely threats, such as advanced persistent attacks or insider threats, are less frequent but still considered in the overall security strategy.</a:t>
            </a:r>
          </a:p>
          <a:p>
            <a:r>
              <a:rPr lang="en-US" sz="1100" b="0" i="0" u="none" strike="noStrike" cap="none" dirty="0">
                <a:solidFill>
                  <a:srgbClr val="000000"/>
                </a:solidFill>
                <a:effectLst/>
                <a:latin typeface="Arial"/>
                <a:ea typeface="Arial"/>
                <a:cs typeface="Arial"/>
                <a:sym typeface="Arial"/>
              </a:rPr>
              <a:t>Aside: Automation plays a critical role in detecting these vulnerabilities early. Tools such as vulnerability scanners and dependency checkers can identify unpatched software and known security issues, allowing teams to address them before they are exploited.</a:t>
            </a:r>
          </a:p>
          <a:p>
            <a:pPr marL="0" lvl="0" indent="0" algn="l" rtl="0">
              <a:lnSpc>
                <a:spcPct val="100000"/>
              </a:lnSpc>
              <a:spcBef>
                <a:spcPts val="0"/>
              </a:spcBef>
              <a:spcAft>
                <a:spcPts val="0"/>
              </a:spcAft>
              <a:buSzPts val="1100"/>
              <a:buNone/>
            </a:pPr>
            <a:endParaRPr dirty="0"/>
          </a:p>
        </p:txBody>
      </p:sp>
      <p:sp>
        <p:nvSpPr>
          <p:cNvPr id="157" name="Google Shape;157;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3"/>
        <p:cNvGrpSpPr/>
        <p:nvPr/>
      </p:nvGrpSpPr>
      <p:grpSpPr>
        <a:xfrm>
          <a:off x="0" y="0"/>
          <a:ext cx="0" cy="0"/>
          <a:chOff x="0" y="0"/>
          <a:chExt cx="0" cy="0"/>
        </a:xfrm>
      </p:grpSpPr>
      <p:sp>
        <p:nvSpPr>
          <p:cNvPr id="164" name="Google Shape;164;p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158750" indent="0">
              <a:buNone/>
            </a:pPr>
            <a:r>
              <a:rPr lang="en-US" sz="1100" b="0" i="0" u="none" strike="noStrike" cap="none" dirty="0">
                <a:solidFill>
                  <a:srgbClr val="000000"/>
                </a:solidFill>
                <a:effectLst/>
                <a:latin typeface="Arial"/>
                <a:ea typeface="Arial"/>
                <a:cs typeface="Arial"/>
                <a:sym typeface="Arial"/>
              </a:rPr>
              <a:t>10 PRINCIPLES</a:t>
            </a:r>
          </a:p>
          <a:p>
            <a:pPr marL="158750" indent="0">
              <a:buNone/>
            </a:pPr>
            <a:endParaRPr lang="en-US" sz="1100" b="0" i="0" u="none" strike="noStrike" cap="none" dirty="0">
              <a:solidFill>
                <a:srgbClr val="000000"/>
              </a:solidFill>
              <a:effectLst/>
              <a:latin typeface="Arial"/>
              <a:ea typeface="Arial"/>
              <a:cs typeface="Arial"/>
              <a:sym typeface="Arial"/>
            </a:endParaRPr>
          </a:p>
          <a:p>
            <a:r>
              <a:rPr lang="en-US" sz="1100" b="0" i="0" u="none" strike="noStrike" cap="none" dirty="0">
                <a:solidFill>
                  <a:srgbClr val="000000"/>
                </a:solidFill>
                <a:effectLst/>
                <a:latin typeface="Arial"/>
                <a:ea typeface="Arial"/>
                <a:cs typeface="Arial"/>
                <a:sym typeface="Arial"/>
              </a:rPr>
              <a:t>Here we see the 10 security principles from the Green Pace policy and how they are aligned with the coding standards used in development. </a:t>
            </a:r>
          </a:p>
          <a:p>
            <a:r>
              <a:rPr lang="en-US" sz="1100" b="0" i="0" u="none" strike="noStrike" cap="none" dirty="0">
                <a:solidFill>
                  <a:srgbClr val="000000"/>
                </a:solidFill>
                <a:effectLst/>
                <a:latin typeface="Arial"/>
                <a:ea typeface="Arial"/>
                <a:cs typeface="Arial"/>
                <a:sym typeface="Arial"/>
              </a:rPr>
              <a:t>Each principle supports specific practices such as input validation, secure system design, and controlled access to resources. </a:t>
            </a:r>
          </a:p>
          <a:p>
            <a:r>
              <a:rPr lang="en-US" sz="1100" b="0" i="0" u="none" strike="noStrike" cap="none" dirty="0">
                <a:solidFill>
                  <a:srgbClr val="000000"/>
                </a:solidFill>
                <a:effectLst/>
                <a:latin typeface="Arial"/>
                <a:ea typeface="Arial"/>
                <a:cs typeface="Arial"/>
                <a:sym typeface="Arial"/>
              </a:rPr>
              <a:t>For example, validating input data and sanitizing external data help prevent injection attacks, while defense in depth ensures multiple layers of protection. </a:t>
            </a:r>
          </a:p>
          <a:p>
            <a:r>
              <a:rPr lang="en-US" sz="1100" b="0" i="0" u="none" strike="noStrike" cap="none" dirty="0">
                <a:solidFill>
                  <a:srgbClr val="000000"/>
                </a:solidFill>
                <a:effectLst/>
                <a:latin typeface="Arial"/>
                <a:ea typeface="Arial"/>
                <a:cs typeface="Arial"/>
                <a:sym typeface="Arial"/>
              </a:rPr>
              <a:t>In the Equifax breach, failures in patching, monitoring, and secure system design allowed a known vulnerability to be exploited. </a:t>
            </a:r>
          </a:p>
          <a:p>
            <a:r>
              <a:rPr lang="en-US" sz="1100" b="0" i="0" u="none" strike="noStrike" cap="none" dirty="0">
                <a:solidFill>
                  <a:srgbClr val="000000"/>
                </a:solidFill>
                <a:effectLst/>
                <a:latin typeface="Arial"/>
                <a:ea typeface="Arial"/>
                <a:cs typeface="Arial"/>
                <a:sym typeface="Arial"/>
              </a:rPr>
              <a:t>Making the connection and mapping these principles to coding standards helps ensure that security is consistently applied throughout the development process.</a:t>
            </a:r>
          </a:p>
          <a:p>
            <a:pPr marL="0" lvl="0" indent="0" algn="l" rtl="0">
              <a:lnSpc>
                <a:spcPct val="100000"/>
              </a:lnSpc>
              <a:spcBef>
                <a:spcPts val="0"/>
              </a:spcBef>
              <a:spcAft>
                <a:spcPts val="0"/>
              </a:spcAft>
              <a:buSzPts val="1100"/>
              <a:buNone/>
            </a:pPr>
            <a:endParaRPr dirty="0"/>
          </a:p>
        </p:txBody>
      </p:sp>
      <p:sp>
        <p:nvSpPr>
          <p:cNvPr id="165" name="Google Shape;165;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158750" indent="0">
              <a:buNone/>
            </a:pPr>
            <a:r>
              <a:rPr lang="en-US" sz="1100" b="0" i="0" u="none" strike="noStrike" cap="none" dirty="0">
                <a:solidFill>
                  <a:srgbClr val="000000"/>
                </a:solidFill>
                <a:effectLst/>
                <a:latin typeface="Arial"/>
                <a:ea typeface="Arial"/>
                <a:cs typeface="Arial"/>
                <a:sym typeface="Arial"/>
              </a:rPr>
              <a:t>CODING STANDARDS</a:t>
            </a:r>
          </a:p>
          <a:p>
            <a:pPr marL="158750" indent="0">
              <a:buNone/>
            </a:pPr>
            <a:endParaRPr lang="en-US" sz="1100" b="0" i="0" u="none" strike="noStrike" cap="none" dirty="0">
              <a:solidFill>
                <a:srgbClr val="000000"/>
              </a:solidFill>
              <a:effectLst/>
              <a:latin typeface="Arial"/>
              <a:ea typeface="Arial"/>
              <a:cs typeface="Arial"/>
              <a:sym typeface="Arial"/>
            </a:endParaRPr>
          </a:p>
          <a:p>
            <a:r>
              <a:rPr lang="en-US" sz="1100" b="0" i="0" u="none" strike="noStrike" cap="none" dirty="0">
                <a:solidFill>
                  <a:srgbClr val="000000"/>
                </a:solidFill>
                <a:effectLst/>
                <a:latin typeface="Arial"/>
                <a:ea typeface="Arial"/>
                <a:cs typeface="Arial"/>
                <a:sym typeface="Arial"/>
              </a:rPr>
              <a:t>Next we have the 10 coding standards, which have been arranged in priority order based on how likely each issue is to be exploited and how serious the impact would be if it were exploited. </a:t>
            </a:r>
          </a:p>
          <a:p>
            <a:r>
              <a:rPr lang="en-US" sz="1100" b="0" i="0" u="none" strike="noStrike" cap="none" dirty="0">
                <a:solidFill>
                  <a:srgbClr val="000000"/>
                </a:solidFill>
                <a:effectLst/>
                <a:latin typeface="Arial"/>
                <a:ea typeface="Arial"/>
                <a:cs typeface="Arial"/>
                <a:sym typeface="Arial"/>
              </a:rPr>
              <a:t>The highest priorities are standards that help to prevent unauthorized access, data exposure, and direct compromise of the system. For that reason, SQL injection prevention and external input validation are ranked first. </a:t>
            </a:r>
          </a:p>
          <a:p>
            <a:r>
              <a:rPr lang="en-US" sz="1100" b="0" i="0" u="none" strike="noStrike" cap="none" dirty="0">
                <a:solidFill>
                  <a:srgbClr val="000000"/>
                </a:solidFill>
                <a:effectLst/>
                <a:latin typeface="Arial"/>
                <a:ea typeface="Arial"/>
                <a:cs typeface="Arial"/>
                <a:sym typeface="Arial"/>
              </a:rPr>
              <a:t>String handling and memory protection are next because unsafe memory operations can lead to crashes or exploitable behavior. </a:t>
            </a:r>
          </a:p>
          <a:p>
            <a:r>
              <a:rPr lang="en-US" sz="1100" b="0" i="0" u="none" strike="noStrike" cap="none" dirty="0">
                <a:solidFill>
                  <a:srgbClr val="000000"/>
                </a:solidFill>
                <a:effectLst/>
                <a:latin typeface="Arial"/>
                <a:ea typeface="Arial"/>
                <a:cs typeface="Arial"/>
                <a:sym typeface="Arial"/>
              </a:rPr>
              <a:t>The remaining standards still support secure development, but they are generally considered to be a lower direct attack risk compared to input-driven or injection-based vulnerabilities.</a:t>
            </a:r>
            <a:endParaRPr dirty="0"/>
          </a:p>
        </p:txBody>
      </p:sp>
      <p:sp>
        <p:nvSpPr>
          <p:cNvPr id="172" name="Google Shape;172;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7"/>
        <p:cNvGrpSpPr/>
        <p:nvPr/>
      </p:nvGrpSpPr>
      <p:grpSpPr>
        <a:xfrm>
          <a:off x="0" y="0"/>
          <a:ext cx="0" cy="0"/>
          <a:chOff x="0" y="0"/>
          <a:chExt cx="0" cy="0"/>
        </a:xfrm>
      </p:grpSpPr>
      <p:sp>
        <p:nvSpPr>
          <p:cNvPr id="178" name="Google Shape;178;p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158750" indent="0">
              <a:buNone/>
            </a:pPr>
            <a:r>
              <a:rPr lang="en-US" sz="1100" b="0" i="0" u="none" strike="noStrike" cap="none" dirty="0">
                <a:solidFill>
                  <a:srgbClr val="000000"/>
                </a:solidFill>
                <a:effectLst/>
                <a:latin typeface="Arial"/>
                <a:ea typeface="Arial"/>
                <a:cs typeface="Arial"/>
                <a:sym typeface="Arial"/>
              </a:rPr>
              <a:t>ENCRYPTION POLICIES</a:t>
            </a:r>
          </a:p>
          <a:p>
            <a:pPr marL="158750" indent="0">
              <a:buNone/>
            </a:pPr>
            <a:endParaRPr lang="en-US" sz="1100" b="0" i="0" u="none" strike="noStrike" cap="none" dirty="0">
              <a:solidFill>
                <a:srgbClr val="000000"/>
              </a:solidFill>
              <a:effectLst/>
              <a:latin typeface="Arial"/>
              <a:ea typeface="Arial"/>
              <a:cs typeface="Arial"/>
              <a:sym typeface="Arial"/>
            </a:endParaRPr>
          </a:p>
          <a:p>
            <a:r>
              <a:rPr lang="en-US" sz="1100" b="0" i="0" u="none" strike="noStrike" cap="none" dirty="0">
                <a:solidFill>
                  <a:srgbClr val="000000"/>
                </a:solidFill>
                <a:effectLst/>
                <a:latin typeface="Arial"/>
                <a:ea typeface="Arial"/>
                <a:cs typeface="Arial"/>
                <a:sym typeface="Arial"/>
              </a:rPr>
              <a:t>Green Pace will adopt these encryption policies in order to protect data in different states. </a:t>
            </a:r>
          </a:p>
          <a:p>
            <a:r>
              <a:rPr lang="en-US" sz="1100" b="0" i="0" u="none" strike="noStrike" cap="none" dirty="0">
                <a:solidFill>
                  <a:srgbClr val="000000"/>
                </a:solidFill>
                <a:effectLst/>
                <a:latin typeface="Arial"/>
                <a:ea typeface="Arial"/>
                <a:cs typeface="Arial"/>
                <a:sym typeface="Arial"/>
              </a:rPr>
              <a:t>Encryption in flight ensures that all data transmitted over networks is protected using secure protocols such as HTTPS with TLS. This prevents interception and unauthorized access during communication.</a:t>
            </a:r>
          </a:p>
          <a:p>
            <a:r>
              <a:rPr lang="en-US" sz="1100" b="0" i="0" u="none" strike="noStrike" cap="none" dirty="0">
                <a:solidFill>
                  <a:srgbClr val="000000"/>
                </a:solidFill>
                <a:effectLst/>
                <a:latin typeface="Arial"/>
                <a:ea typeface="Arial"/>
                <a:cs typeface="Arial"/>
                <a:sym typeface="Arial"/>
              </a:rPr>
              <a:t>Encryption at rest focuses on protecting stored data, such as databases and backups, using strong encryption methods like AES-256. This is especially important for sensitive information such as personal data, as we saw was exposed in the Equifax breach.</a:t>
            </a:r>
          </a:p>
          <a:p>
            <a:r>
              <a:rPr lang="en-US" sz="1100" b="0" i="0" u="none" strike="noStrike" cap="none" dirty="0">
                <a:solidFill>
                  <a:srgbClr val="000000"/>
                </a:solidFill>
                <a:effectLst/>
                <a:latin typeface="Arial"/>
                <a:ea typeface="Arial"/>
                <a:cs typeface="Arial"/>
                <a:sym typeface="Arial"/>
              </a:rPr>
              <a:t>Encryption in use refers to protecting data while it is being processed in memory. This includes limiting access to decrypted data and applying strict access controls. </a:t>
            </a:r>
          </a:p>
          <a:p>
            <a:r>
              <a:rPr lang="en-US" sz="1100" b="0" i="0" u="none" strike="noStrike" cap="none" dirty="0">
                <a:solidFill>
                  <a:srgbClr val="000000"/>
                </a:solidFill>
                <a:effectLst/>
                <a:latin typeface="Arial"/>
                <a:ea typeface="Arial"/>
                <a:cs typeface="Arial"/>
                <a:sym typeface="Arial"/>
              </a:rPr>
              <a:t>When used all together, these policies ensure that sensitive data remains protected throughout its entire lifecycle.</a:t>
            </a:r>
          </a:p>
          <a:p>
            <a:pPr marL="0" lvl="0" indent="0" algn="l" rtl="0">
              <a:lnSpc>
                <a:spcPct val="100000"/>
              </a:lnSpc>
              <a:spcBef>
                <a:spcPts val="0"/>
              </a:spcBef>
              <a:spcAft>
                <a:spcPts val="0"/>
              </a:spcAft>
              <a:buSzPts val="1100"/>
              <a:buNone/>
            </a:pPr>
            <a:endParaRPr dirty="0"/>
          </a:p>
        </p:txBody>
      </p:sp>
      <p:sp>
        <p:nvSpPr>
          <p:cNvPr id="179" name="Google Shape;179;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4"/>
        <p:cNvGrpSpPr/>
        <p:nvPr/>
      </p:nvGrpSpPr>
      <p:grpSpPr>
        <a:xfrm>
          <a:off x="0" y="0"/>
          <a:ext cx="0" cy="0"/>
          <a:chOff x="0" y="0"/>
          <a:chExt cx="0" cy="0"/>
        </a:xfrm>
      </p:grpSpPr>
      <p:sp>
        <p:nvSpPr>
          <p:cNvPr id="185" name="Google Shape;185;p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158750" indent="0">
              <a:buNone/>
            </a:pPr>
            <a:r>
              <a:rPr lang="en-US" sz="1100" b="0" i="0" u="none" strike="noStrike" cap="none" dirty="0">
                <a:solidFill>
                  <a:srgbClr val="000000"/>
                </a:solidFill>
                <a:effectLst/>
                <a:latin typeface="Arial"/>
                <a:ea typeface="Arial"/>
                <a:cs typeface="Arial"/>
                <a:sym typeface="Arial"/>
              </a:rPr>
              <a:t>TRIPLE-A POLICIES</a:t>
            </a:r>
          </a:p>
          <a:p>
            <a:pPr marL="158750" indent="0">
              <a:buNone/>
            </a:pPr>
            <a:endParaRPr lang="en-US" sz="1100" b="0" i="0" u="none" strike="noStrike" cap="none" dirty="0">
              <a:solidFill>
                <a:srgbClr val="000000"/>
              </a:solidFill>
              <a:effectLst/>
              <a:latin typeface="Arial"/>
              <a:ea typeface="Arial"/>
              <a:cs typeface="Arial"/>
              <a:sym typeface="Arial"/>
            </a:endParaRPr>
          </a:p>
          <a:p>
            <a:r>
              <a:rPr lang="en-US" sz="1100" b="0" i="0" u="none" strike="noStrike" cap="none" dirty="0">
                <a:solidFill>
                  <a:srgbClr val="000000"/>
                </a:solidFill>
                <a:effectLst/>
                <a:latin typeface="Arial"/>
                <a:ea typeface="Arial"/>
                <a:cs typeface="Arial"/>
                <a:sym typeface="Arial"/>
              </a:rPr>
              <a:t>Here we summarize the Triple-A framework, which is categorized as Authentication, Authorization, and Accounting. </a:t>
            </a:r>
          </a:p>
          <a:p>
            <a:r>
              <a:rPr lang="en-US" sz="1100" b="0" i="0" u="none" strike="noStrike" cap="none" dirty="0">
                <a:solidFill>
                  <a:srgbClr val="000000"/>
                </a:solidFill>
                <a:effectLst/>
                <a:latin typeface="Arial"/>
                <a:ea typeface="Arial"/>
                <a:cs typeface="Arial"/>
                <a:sym typeface="Arial"/>
              </a:rPr>
              <a:t>Authentication ensures that users are properly verified before accessing the system, using secure login methods and protecting credentials through hashing and encryption.</a:t>
            </a:r>
          </a:p>
          <a:p>
            <a:r>
              <a:rPr lang="en-US" sz="1100" b="0" i="0" u="none" strike="noStrike" cap="none" dirty="0">
                <a:solidFill>
                  <a:srgbClr val="000000"/>
                </a:solidFill>
                <a:effectLst/>
                <a:latin typeface="Arial"/>
                <a:ea typeface="Arial"/>
                <a:cs typeface="Arial"/>
                <a:sym typeface="Arial"/>
              </a:rPr>
              <a:t>Authorization controls what users are allowed to do after they are authenticated, using role-based access control and the principle of least privilege to limit access to only what is necessary.</a:t>
            </a:r>
          </a:p>
          <a:p>
            <a:r>
              <a:rPr lang="en-US" sz="1100" b="0" i="0" u="none" strike="noStrike" cap="none" dirty="0">
                <a:solidFill>
                  <a:srgbClr val="000000"/>
                </a:solidFill>
                <a:effectLst/>
                <a:latin typeface="Arial"/>
                <a:ea typeface="Arial"/>
                <a:cs typeface="Arial"/>
                <a:sym typeface="Arial"/>
              </a:rPr>
              <a:t>Accounting focuses on tracking and monitoring system activity. This includes logging user actions, monitoring access to sensitive data, and auditing system changes. </a:t>
            </a:r>
          </a:p>
          <a:p>
            <a:r>
              <a:rPr lang="en-US" sz="1100" b="0" i="0" u="none" strike="noStrike" cap="none" dirty="0">
                <a:solidFill>
                  <a:srgbClr val="000000"/>
                </a:solidFill>
                <a:effectLst/>
                <a:latin typeface="Arial"/>
                <a:ea typeface="Arial"/>
                <a:cs typeface="Arial"/>
                <a:sym typeface="Arial"/>
              </a:rPr>
              <a:t>In the Equifax breach, weak monitoring and lack of visibility were responsible for the delayed detection of the attack. Implementing strong accounting practices would have helped identify and respond to the threat more quickly.</a:t>
            </a:r>
            <a:endParaRPr dirty="0"/>
          </a:p>
        </p:txBody>
      </p:sp>
      <p:sp>
        <p:nvSpPr>
          <p:cNvPr id="186" name="Google Shape;186;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
        <p:cNvGrpSpPr/>
        <p:nvPr/>
      </p:nvGrpSpPr>
      <p:grpSpPr>
        <a:xfrm>
          <a:off x="0" y="0"/>
          <a:ext cx="0" cy="0"/>
          <a:chOff x="0" y="0"/>
          <a:chExt cx="0" cy="0"/>
        </a:xfrm>
      </p:grpSpPr>
      <p:sp>
        <p:nvSpPr>
          <p:cNvPr id="192" name="Google Shape;192;g9504e2950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93" name="Google Shape;193;g9504e29505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158750" indent="0">
              <a:buNone/>
            </a:pPr>
            <a:r>
              <a:rPr lang="en-US" sz="1100" b="0" i="0" u="none" strike="noStrike" cap="none" dirty="0">
                <a:solidFill>
                  <a:srgbClr val="000000"/>
                </a:solidFill>
                <a:effectLst/>
                <a:latin typeface="Arial"/>
                <a:ea typeface="Arial"/>
                <a:cs typeface="Arial"/>
                <a:sym typeface="Arial"/>
              </a:rPr>
              <a:t>Unit Testing Overview</a:t>
            </a:r>
          </a:p>
          <a:p>
            <a:pPr marL="158750" indent="0">
              <a:buNone/>
            </a:pPr>
            <a:endParaRPr lang="en-US" sz="1100" b="0" i="0" u="none" strike="noStrike" cap="none" dirty="0">
              <a:solidFill>
                <a:srgbClr val="000000"/>
              </a:solidFill>
              <a:effectLst/>
              <a:latin typeface="Arial"/>
              <a:ea typeface="Arial"/>
              <a:cs typeface="Arial"/>
              <a:sym typeface="Arial"/>
            </a:endParaRPr>
          </a:p>
          <a:p>
            <a:r>
              <a:rPr lang="en-US" sz="1100" b="0" i="0" u="none" strike="noStrike" cap="none" dirty="0">
                <a:solidFill>
                  <a:srgbClr val="000000"/>
                </a:solidFill>
                <a:effectLst/>
                <a:latin typeface="Arial"/>
                <a:ea typeface="Arial"/>
                <a:cs typeface="Arial"/>
                <a:sym typeface="Arial"/>
              </a:rPr>
              <a:t>For unit testing, I chose to focus on Improper External Input Validation, which aligns with STD-008 in the Green Pace security policy.</a:t>
            </a:r>
          </a:p>
          <a:p>
            <a:r>
              <a:rPr lang="en-US" sz="1100" b="0" i="0" u="none" strike="noStrike" cap="none" dirty="0">
                <a:solidFill>
                  <a:srgbClr val="000000"/>
                </a:solidFill>
                <a:effectLst/>
                <a:latin typeface="Arial"/>
                <a:ea typeface="Arial"/>
                <a:cs typeface="Arial"/>
                <a:sym typeface="Arial"/>
              </a:rPr>
              <a:t>This vulnerability is important because unvalidated external input can lead to out-of-bounds access, unsafe loop behavior, and exploitable crashes. </a:t>
            </a:r>
          </a:p>
          <a:p>
            <a:r>
              <a:rPr lang="en-US" sz="1100" b="0" i="0" u="none" strike="noStrike" cap="none" dirty="0">
                <a:solidFill>
                  <a:srgbClr val="000000"/>
                </a:solidFill>
                <a:effectLst/>
                <a:latin typeface="Arial"/>
                <a:ea typeface="Arial"/>
                <a:cs typeface="Arial"/>
                <a:sym typeface="Arial"/>
              </a:rPr>
              <a:t>These tests demonstrate how a unit testing framework, such as the Visual Studio C++ Unit Test Framework, can be used to verify both expected behavior and failure cases. </a:t>
            </a:r>
          </a:p>
          <a:p>
            <a:r>
              <a:rPr lang="en-US" sz="1100" b="0" i="0" u="none" strike="noStrike" cap="none" dirty="0">
                <a:solidFill>
                  <a:srgbClr val="000000"/>
                </a:solidFill>
                <a:effectLst/>
                <a:latin typeface="Arial"/>
                <a:ea typeface="Arial"/>
                <a:cs typeface="Arial"/>
                <a:sym typeface="Arial"/>
              </a:rPr>
              <a:t>I included a mix of positive and negative tests to show how the program should respond to safe, unsafe, and boundary inputs.</a:t>
            </a:r>
            <a:endParaRPr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
          <a:extLst>
            <a:ext uri="{FF2B5EF4-FFF2-40B4-BE49-F238E27FC236}">
              <a16:creationId xmlns:a16="http://schemas.microsoft.com/office/drawing/2014/main" id="{21D22DE8-EF82-EAEC-4BE3-B86F23CAEE51}"/>
            </a:ext>
          </a:extLst>
        </p:cNvPr>
        <p:cNvGrpSpPr/>
        <p:nvPr/>
      </p:nvGrpSpPr>
      <p:grpSpPr>
        <a:xfrm>
          <a:off x="0" y="0"/>
          <a:ext cx="0" cy="0"/>
          <a:chOff x="0" y="0"/>
          <a:chExt cx="0" cy="0"/>
        </a:xfrm>
      </p:grpSpPr>
      <p:sp>
        <p:nvSpPr>
          <p:cNvPr id="192" name="Google Shape;192;g9504e29505_0_0:notes">
            <a:extLst>
              <a:ext uri="{FF2B5EF4-FFF2-40B4-BE49-F238E27FC236}">
                <a16:creationId xmlns:a16="http://schemas.microsoft.com/office/drawing/2014/main" id="{2333EA76-28ED-E97B-F1EA-0B10FF0D26F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93" name="Google Shape;193;g9504e29505_0_0:notes">
            <a:extLst>
              <a:ext uri="{FF2B5EF4-FFF2-40B4-BE49-F238E27FC236}">
                <a16:creationId xmlns:a16="http://schemas.microsoft.com/office/drawing/2014/main" id="{F4CFEE59-2ED7-A35E-6805-1B62E6FA9E22}"/>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158750" indent="0">
              <a:buNone/>
            </a:pPr>
            <a:r>
              <a:rPr lang="en-US" sz="1100" b="0" i="0" u="none" strike="noStrike" cap="none" dirty="0">
                <a:solidFill>
                  <a:srgbClr val="000000"/>
                </a:solidFill>
                <a:effectLst/>
                <a:latin typeface="Arial"/>
                <a:ea typeface="Arial"/>
                <a:cs typeface="Arial"/>
                <a:sym typeface="Arial"/>
              </a:rPr>
              <a:t>Unit Test 1: Does the program accept a valid input within range?</a:t>
            </a:r>
          </a:p>
          <a:p>
            <a:pPr marL="158750" indent="0">
              <a:buNone/>
            </a:pPr>
            <a:endParaRPr lang="en-US" sz="1100" b="0" i="0" u="none" strike="noStrike" cap="none" dirty="0">
              <a:solidFill>
                <a:srgbClr val="000000"/>
              </a:solidFill>
              <a:effectLst/>
              <a:latin typeface="Arial"/>
              <a:ea typeface="Arial"/>
              <a:cs typeface="Arial"/>
              <a:sym typeface="Arial"/>
            </a:endParaRPr>
          </a:p>
          <a:p>
            <a:r>
              <a:rPr lang="en-US" sz="1100" b="0" i="0" u="none" strike="noStrike" cap="none" dirty="0">
                <a:solidFill>
                  <a:srgbClr val="000000"/>
                </a:solidFill>
                <a:effectLst/>
                <a:latin typeface="Arial"/>
                <a:ea typeface="Arial"/>
                <a:cs typeface="Arial"/>
                <a:sym typeface="Arial"/>
              </a:rPr>
              <a:t>This positive test checks whether the program accepts a valid external input within the expected range. </a:t>
            </a:r>
          </a:p>
          <a:p>
            <a:r>
              <a:rPr lang="en-US" sz="1100" b="0" i="0" u="none" strike="noStrike" cap="none" dirty="0">
                <a:solidFill>
                  <a:srgbClr val="000000"/>
                </a:solidFill>
                <a:effectLst/>
                <a:latin typeface="Arial"/>
                <a:ea typeface="Arial"/>
                <a:cs typeface="Arial"/>
                <a:sym typeface="Arial"/>
              </a:rPr>
              <a:t>The test input is 3, which falls inside the allowed range of 0 to 5. The expected result is that the program accepts the value and continues safely. This test passes because the input is valid. </a:t>
            </a:r>
          </a:p>
          <a:p>
            <a:r>
              <a:rPr lang="en-US" sz="1100" b="0" i="0" u="none" strike="noStrike" cap="none" dirty="0">
                <a:solidFill>
                  <a:srgbClr val="000000"/>
                </a:solidFill>
                <a:effectLst/>
                <a:latin typeface="Arial"/>
                <a:ea typeface="Arial"/>
                <a:cs typeface="Arial"/>
                <a:sym typeface="Arial"/>
              </a:rPr>
              <a:t>To take this further, more valid inputs could be tested to confirm that all accepted values behave correctly.</a:t>
            </a:r>
          </a:p>
          <a:p>
            <a:pPr marL="0" lvl="0" indent="0" algn="l" rtl="0">
              <a:lnSpc>
                <a:spcPct val="100000"/>
              </a:lnSpc>
              <a:spcBef>
                <a:spcPts val="0"/>
              </a:spcBef>
              <a:spcAft>
                <a:spcPts val="0"/>
              </a:spcAft>
              <a:buSzPts val="1100"/>
              <a:buNone/>
            </a:pPr>
            <a:endParaRPr dirty="0"/>
          </a:p>
        </p:txBody>
      </p:sp>
    </p:spTree>
    <p:extLst>
      <p:ext uri="{BB962C8B-B14F-4D97-AF65-F5344CB8AC3E}">
        <p14:creationId xmlns:p14="http://schemas.microsoft.com/office/powerpoint/2010/main" val="175732843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
          <a:extLst>
            <a:ext uri="{FF2B5EF4-FFF2-40B4-BE49-F238E27FC236}">
              <a16:creationId xmlns:a16="http://schemas.microsoft.com/office/drawing/2014/main" id="{467C3EF7-2270-90C8-9646-086AA1436CCD}"/>
            </a:ext>
          </a:extLst>
        </p:cNvPr>
        <p:cNvGrpSpPr/>
        <p:nvPr/>
      </p:nvGrpSpPr>
      <p:grpSpPr>
        <a:xfrm>
          <a:off x="0" y="0"/>
          <a:ext cx="0" cy="0"/>
          <a:chOff x="0" y="0"/>
          <a:chExt cx="0" cy="0"/>
        </a:xfrm>
      </p:grpSpPr>
      <p:sp>
        <p:nvSpPr>
          <p:cNvPr id="192" name="Google Shape;192;g9504e29505_0_0:notes">
            <a:extLst>
              <a:ext uri="{FF2B5EF4-FFF2-40B4-BE49-F238E27FC236}">
                <a16:creationId xmlns:a16="http://schemas.microsoft.com/office/drawing/2014/main" id="{606218A1-6E27-FB64-9E1B-A4006A10330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93" name="Google Shape;193;g9504e29505_0_0:notes">
            <a:extLst>
              <a:ext uri="{FF2B5EF4-FFF2-40B4-BE49-F238E27FC236}">
                <a16:creationId xmlns:a16="http://schemas.microsoft.com/office/drawing/2014/main" id="{B86D573F-CAF0-AB43-BAA8-8ACA933CD36C}"/>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158750" indent="0">
              <a:buNone/>
            </a:pPr>
            <a:r>
              <a:rPr lang="en-US" sz="1100" b="0" i="0" u="none" strike="noStrike" cap="none" dirty="0">
                <a:solidFill>
                  <a:srgbClr val="000000"/>
                </a:solidFill>
                <a:effectLst/>
                <a:latin typeface="Arial"/>
                <a:ea typeface="Arial"/>
                <a:cs typeface="Arial"/>
                <a:sym typeface="Arial"/>
              </a:rPr>
              <a:t>Unit Test 2: Does the program reject a negative input?</a:t>
            </a:r>
          </a:p>
          <a:p>
            <a:pPr marL="158750" indent="0">
              <a:buNone/>
            </a:pPr>
            <a:endParaRPr lang="en-US" sz="1100" b="0" i="0" u="none" strike="noStrike" cap="none" dirty="0">
              <a:solidFill>
                <a:srgbClr val="000000"/>
              </a:solidFill>
              <a:effectLst/>
              <a:latin typeface="Arial"/>
              <a:ea typeface="Arial"/>
              <a:cs typeface="Arial"/>
              <a:sym typeface="Arial"/>
            </a:endParaRPr>
          </a:p>
          <a:p>
            <a:r>
              <a:rPr lang="en-US" sz="1100" b="0" i="0" u="none" strike="noStrike" cap="none" dirty="0">
                <a:solidFill>
                  <a:srgbClr val="000000"/>
                </a:solidFill>
                <a:effectLst/>
                <a:latin typeface="Arial"/>
                <a:ea typeface="Arial"/>
                <a:cs typeface="Arial"/>
                <a:sym typeface="Arial"/>
              </a:rPr>
              <a:t>This negative test checks whether the program correctly rejects a negative input. </a:t>
            </a:r>
          </a:p>
          <a:p>
            <a:r>
              <a:rPr lang="en-US" sz="1100" b="0" i="0" u="none" strike="noStrike" cap="none" dirty="0">
                <a:solidFill>
                  <a:srgbClr val="000000"/>
                </a:solidFill>
                <a:effectLst/>
                <a:latin typeface="Arial"/>
                <a:ea typeface="Arial"/>
                <a:cs typeface="Arial"/>
                <a:sym typeface="Arial"/>
              </a:rPr>
              <a:t>The input of negative 1 should not be accepted because it could lead to invalid indexing or unsafe loop behavior. The expected result is that the program stops processing and returns an error. </a:t>
            </a:r>
          </a:p>
          <a:p>
            <a:r>
              <a:rPr lang="en-US" sz="1100" b="0" i="0" u="none" strike="noStrike" cap="none" dirty="0">
                <a:solidFill>
                  <a:srgbClr val="000000"/>
                </a:solidFill>
                <a:effectLst/>
                <a:latin typeface="Arial"/>
                <a:ea typeface="Arial"/>
                <a:cs typeface="Arial"/>
                <a:sym typeface="Arial"/>
              </a:rPr>
              <a:t>This test passes because the invalid input is rejected. </a:t>
            </a:r>
          </a:p>
          <a:p>
            <a:r>
              <a:rPr lang="en-US" sz="1100" b="0" i="0" u="none" strike="noStrike" cap="none" dirty="0">
                <a:solidFill>
                  <a:srgbClr val="000000"/>
                </a:solidFill>
                <a:effectLst/>
                <a:latin typeface="Arial"/>
                <a:ea typeface="Arial"/>
                <a:cs typeface="Arial"/>
                <a:sym typeface="Arial"/>
              </a:rPr>
              <a:t>To expand this test, larger negative values could also be checked.</a:t>
            </a:r>
            <a:endParaRPr dirty="0"/>
          </a:p>
        </p:txBody>
      </p:sp>
    </p:spTree>
    <p:extLst>
      <p:ext uri="{BB962C8B-B14F-4D97-AF65-F5344CB8AC3E}">
        <p14:creationId xmlns:p14="http://schemas.microsoft.com/office/powerpoint/2010/main" val="82371445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
          <a:extLst>
            <a:ext uri="{FF2B5EF4-FFF2-40B4-BE49-F238E27FC236}">
              <a16:creationId xmlns:a16="http://schemas.microsoft.com/office/drawing/2014/main" id="{CEF06FB8-BB1A-848A-4A65-87FF626DF267}"/>
            </a:ext>
          </a:extLst>
        </p:cNvPr>
        <p:cNvGrpSpPr/>
        <p:nvPr/>
      </p:nvGrpSpPr>
      <p:grpSpPr>
        <a:xfrm>
          <a:off x="0" y="0"/>
          <a:ext cx="0" cy="0"/>
          <a:chOff x="0" y="0"/>
          <a:chExt cx="0" cy="0"/>
        </a:xfrm>
      </p:grpSpPr>
      <p:sp>
        <p:nvSpPr>
          <p:cNvPr id="192" name="Google Shape;192;g9504e29505_0_0:notes">
            <a:extLst>
              <a:ext uri="{FF2B5EF4-FFF2-40B4-BE49-F238E27FC236}">
                <a16:creationId xmlns:a16="http://schemas.microsoft.com/office/drawing/2014/main" id="{2C48CED6-90F5-CF8D-116A-F40CC57424F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93" name="Google Shape;193;g9504e29505_0_0:notes">
            <a:extLst>
              <a:ext uri="{FF2B5EF4-FFF2-40B4-BE49-F238E27FC236}">
                <a16:creationId xmlns:a16="http://schemas.microsoft.com/office/drawing/2014/main" id="{38EA0CAE-B05C-4C6C-9D38-B201FA9F7EFF}"/>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158750" indent="0">
              <a:buNone/>
            </a:pPr>
            <a:r>
              <a:rPr lang="en-US" sz="1100" b="0" i="0" u="none" strike="noStrike" cap="none" dirty="0">
                <a:solidFill>
                  <a:srgbClr val="000000"/>
                </a:solidFill>
                <a:effectLst/>
                <a:latin typeface="Arial"/>
                <a:ea typeface="Arial"/>
                <a:cs typeface="Arial"/>
                <a:sym typeface="Arial"/>
              </a:rPr>
              <a:t>Unit Test 3: Does the program reject an oversized input?</a:t>
            </a:r>
          </a:p>
          <a:p>
            <a:pPr marL="158750" indent="0">
              <a:buNone/>
            </a:pPr>
            <a:endParaRPr lang="en-US" sz="1100" b="0" i="0" u="none" strike="noStrike" cap="none" dirty="0">
              <a:solidFill>
                <a:srgbClr val="000000"/>
              </a:solidFill>
              <a:effectLst/>
              <a:latin typeface="Arial"/>
              <a:ea typeface="Arial"/>
              <a:cs typeface="Arial"/>
              <a:sym typeface="Arial"/>
            </a:endParaRPr>
          </a:p>
          <a:p>
            <a:r>
              <a:rPr lang="en-US" sz="1100" b="0" i="0" u="none" strike="noStrike" cap="none" dirty="0">
                <a:solidFill>
                  <a:srgbClr val="000000"/>
                </a:solidFill>
                <a:effectLst/>
                <a:latin typeface="Arial"/>
                <a:ea typeface="Arial"/>
                <a:cs typeface="Arial"/>
                <a:sym typeface="Arial"/>
              </a:rPr>
              <a:t>This negative test checks whether the program rejects oversized input. </a:t>
            </a:r>
          </a:p>
          <a:p>
            <a:r>
              <a:rPr lang="en-US" sz="1100" b="0" i="0" u="none" strike="noStrike" cap="none" dirty="0">
                <a:solidFill>
                  <a:srgbClr val="000000"/>
                </a:solidFill>
                <a:effectLst/>
                <a:latin typeface="Arial"/>
                <a:ea typeface="Arial"/>
                <a:cs typeface="Arial"/>
                <a:sym typeface="Arial"/>
              </a:rPr>
              <a:t>In this case, the input is 10, which is larger than the allowed range. If not validated, this could lead to out-of-bounds writes and unsafe memory behavior. The expected result is that the program rejects the input and returns an error. </a:t>
            </a:r>
          </a:p>
          <a:p>
            <a:r>
              <a:rPr lang="en-US" sz="1100" b="0" i="0" u="none" strike="noStrike" cap="none" dirty="0">
                <a:solidFill>
                  <a:srgbClr val="000000"/>
                </a:solidFill>
                <a:effectLst/>
                <a:latin typeface="Arial"/>
                <a:ea typeface="Arial"/>
                <a:cs typeface="Arial"/>
                <a:sym typeface="Arial"/>
              </a:rPr>
              <a:t>This test passes because the validation prevents unsafe execution. </a:t>
            </a:r>
          </a:p>
          <a:p>
            <a:r>
              <a:rPr lang="en-US" sz="1100" b="0" i="0" u="none" strike="noStrike" cap="none" dirty="0">
                <a:solidFill>
                  <a:srgbClr val="000000"/>
                </a:solidFill>
                <a:effectLst/>
                <a:latin typeface="Arial"/>
                <a:ea typeface="Arial"/>
                <a:cs typeface="Arial"/>
                <a:sym typeface="Arial"/>
              </a:rPr>
              <a:t>To take this further, extremely large values could also be tested.</a:t>
            </a:r>
            <a:endParaRPr dirty="0"/>
          </a:p>
        </p:txBody>
      </p:sp>
    </p:spTree>
    <p:extLst>
      <p:ext uri="{BB962C8B-B14F-4D97-AF65-F5344CB8AC3E}">
        <p14:creationId xmlns:p14="http://schemas.microsoft.com/office/powerpoint/2010/main" val="289650810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
          <a:extLst>
            <a:ext uri="{FF2B5EF4-FFF2-40B4-BE49-F238E27FC236}">
              <a16:creationId xmlns:a16="http://schemas.microsoft.com/office/drawing/2014/main" id="{388CB925-68E6-0AEF-6349-FE09F8656B8D}"/>
            </a:ext>
          </a:extLst>
        </p:cNvPr>
        <p:cNvGrpSpPr/>
        <p:nvPr/>
      </p:nvGrpSpPr>
      <p:grpSpPr>
        <a:xfrm>
          <a:off x="0" y="0"/>
          <a:ext cx="0" cy="0"/>
          <a:chOff x="0" y="0"/>
          <a:chExt cx="0" cy="0"/>
        </a:xfrm>
      </p:grpSpPr>
      <p:sp>
        <p:nvSpPr>
          <p:cNvPr id="192" name="Google Shape;192;g9504e29505_0_0:notes">
            <a:extLst>
              <a:ext uri="{FF2B5EF4-FFF2-40B4-BE49-F238E27FC236}">
                <a16:creationId xmlns:a16="http://schemas.microsoft.com/office/drawing/2014/main" id="{F64E9A98-2202-D988-5094-AA6D369C0F8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93" name="Google Shape;193;g9504e29505_0_0:notes">
            <a:extLst>
              <a:ext uri="{FF2B5EF4-FFF2-40B4-BE49-F238E27FC236}">
                <a16:creationId xmlns:a16="http://schemas.microsoft.com/office/drawing/2014/main" id="{8EE8469F-7B90-4B37-4A6E-F03585D24E94}"/>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158750" indent="0">
              <a:buNone/>
            </a:pPr>
            <a:r>
              <a:rPr lang="en-US" sz="1100" b="0" i="0" u="none" strike="noStrike" cap="none" dirty="0">
                <a:solidFill>
                  <a:srgbClr val="000000"/>
                </a:solidFill>
                <a:effectLst/>
                <a:latin typeface="Arial"/>
                <a:ea typeface="Arial"/>
                <a:cs typeface="Arial"/>
                <a:sym typeface="Arial"/>
              </a:rPr>
              <a:t>Unit Test 4 : Does the program handle the boundary value of 0 correctly?</a:t>
            </a:r>
          </a:p>
          <a:p>
            <a:pPr marL="158750" indent="0">
              <a:buNone/>
            </a:pPr>
            <a:endParaRPr lang="en-US" sz="1100" b="0" i="0" u="none" strike="noStrike" cap="none" dirty="0">
              <a:solidFill>
                <a:srgbClr val="000000"/>
              </a:solidFill>
              <a:effectLst/>
              <a:latin typeface="Arial"/>
              <a:ea typeface="Arial"/>
              <a:cs typeface="Arial"/>
              <a:sym typeface="Arial"/>
            </a:endParaRPr>
          </a:p>
          <a:p>
            <a:r>
              <a:rPr lang="en-US" sz="1100" b="0" i="0" u="none" strike="noStrike" cap="none" dirty="0">
                <a:solidFill>
                  <a:srgbClr val="000000"/>
                </a:solidFill>
                <a:effectLst/>
                <a:latin typeface="Arial"/>
                <a:ea typeface="Arial"/>
                <a:cs typeface="Arial"/>
                <a:sym typeface="Arial"/>
              </a:rPr>
              <a:t>This positive test checks the lower boundary value of 0. </a:t>
            </a:r>
          </a:p>
          <a:p>
            <a:r>
              <a:rPr lang="en-US" sz="1100" b="0" i="0" u="none" strike="noStrike" cap="none" dirty="0">
                <a:solidFill>
                  <a:srgbClr val="000000"/>
                </a:solidFill>
                <a:effectLst/>
                <a:latin typeface="Arial"/>
                <a:ea typeface="Arial"/>
                <a:cs typeface="Arial"/>
                <a:sym typeface="Arial"/>
              </a:rPr>
              <a:t>Boundary tests are important because security issues often appear at the edges of valid input. In this case, 0 is still within the valid range and should be handled safely. </a:t>
            </a:r>
          </a:p>
          <a:p>
            <a:r>
              <a:rPr lang="en-US" sz="1100" b="0" i="0" u="none" strike="noStrike" cap="none" dirty="0">
                <a:solidFill>
                  <a:srgbClr val="000000"/>
                </a:solidFill>
                <a:effectLst/>
                <a:latin typeface="Arial"/>
                <a:ea typeface="Arial"/>
                <a:cs typeface="Arial"/>
                <a:sym typeface="Arial"/>
              </a:rPr>
              <a:t>The expected result is that the program accepts the value without error. This test passes. </a:t>
            </a:r>
          </a:p>
          <a:p>
            <a:r>
              <a:rPr lang="en-US" sz="1100" b="0" i="0" u="none" strike="noStrike" cap="none" dirty="0">
                <a:solidFill>
                  <a:srgbClr val="000000"/>
                </a:solidFill>
                <a:effectLst/>
                <a:latin typeface="Arial"/>
                <a:ea typeface="Arial"/>
                <a:cs typeface="Arial"/>
                <a:sym typeface="Arial"/>
              </a:rPr>
              <a:t>To take this further, more lower-boundary cases can be used to confirm the validation remains consistent.</a:t>
            </a:r>
          </a:p>
        </p:txBody>
      </p:sp>
    </p:spTree>
    <p:extLst>
      <p:ext uri="{BB962C8B-B14F-4D97-AF65-F5344CB8AC3E}">
        <p14:creationId xmlns:p14="http://schemas.microsoft.com/office/powerpoint/2010/main" val="92501177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p:cNvGrpSpPr/>
        <p:nvPr/>
      </p:nvGrpSpPr>
      <p:grpSpPr>
        <a:xfrm>
          <a:off x="0" y="0"/>
          <a:ext cx="0" cy="0"/>
          <a:chOff x="0" y="0"/>
          <a:chExt cx="0" cy="0"/>
        </a:xfrm>
      </p:grpSpPr>
      <p:sp>
        <p:nvSpPr>
          <p:cNvPr id="199" name="Google Shape;199;p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158750" indent="0">
              <a:buNone/>
            </a:pPr>
            <a:r>
              <a:rPr lang="en-US" sz="1100" b="0" i="0" u="none" strike="noStrike" cap="none" dirty="0">
                <a:solidFill>
                  <a:srgbClr val="000000"/>
                </a:solidFill>
                <a:effectLst/>
                <a:latin typeface="Arial"/>
                <a:ea typeface="Arial"/>
                <a:cs typeface="Arial"/>
                <a:sym typeface="Arial"/>
              </a:rPr>
              <a:t>Automation Summary</a:t>
            </a:r>
          </a:p>
          <a:p>
            <a:pPr marL="158750" indent="0">
              <a:buNone/>
            </a:pPr>
            <a:endParaRPr lang="en-US" sz="1100" b="0" i="0" u="none" strike="noStrike" cap="none" dirty="0">
              <a:solidFill>
                <a:srgbClr val="000000"/>
              </a:solidFill>
              <a:effectLst/>
              <a:latin typeface="Arial"/>
              <a:ea typeface="Arial"/>
              <a:cs typeface="Arial"/>
              <a:sym typeface="Arial"/>
            </a:endParaRPr>
          </a:p>
          <a:p>
            <a:r>
              <a:rPr lang="en-US" sz="1100" b="0" i="0" u="none" strike="noStrike" cap="none" dirty="0">
                <a:solidFill>
                  <a:srgbClr val="000000"/>
                </a:solidFill>
                <a:effectLst/>
                <a:latin typeface="Arial"/>
                <a:ea typeface="Arial"/>
                <a:cs typeface="Arial"/>
                <a:sym typeface="Arial"/>
              </a:rPr>
              <a:t>Now I will summarize how security tools are going to be integrated into the </a:t>
            </a:r>
            <a:r>
              <a:rPr lang="en-US" sz="1100" b="0" i="0" u="none" strike="noStrike" cap="none" dirty="0" err="1">
                <a:solidFill>
                  <a:srgbClr val="000000"/>
                </a:solidFill>
                <a:effectLst/>
                <a:latin typeface="Arial"/>
                <a:ea typeface="Arial"/>
                <a:cs typeface="Arial"/>
                <a:sym typeface="Arial"/>
              </a:rPr>
              <a:t>DevSecOps</a:t>
            </a:r>
            <a:r>
              <a:rPr lang="en-US" sz="1100" b="0" i="0" u="none" strike="noStrike" cap="none" dirty="0">
                <a:solidFill>
                  <a:srgbClr val="000000"/>
                </a:solidFill>
                <a:effectLst/>
                <a:latin typeface="Arial"/>
                <a:ea typeface="Arial"/>
                <a:cs typeface="Arial"/>
                <a:sym typeface="Arial"/>
              </a:rPr>
              <a:t> pipeline. </a:t>
            </a:r>
          </a:p>
          <a:p>
            <a:r>
              <a:rPr lang="en-US" sz="1100" b="0" i="0" u="none" strike="noStrike" cap="none" dirty="0">
                <a:solidFill>
                  <a:srgbClr val="000000"/>
                </a:solidFill>
                <a:effectLst/>
                <a:latin typeface="Arial"/>
                <a:ea typeface="Arial"/>
                <a:cs typeface="Arial"/>
                <a:sym typeface="Arial"/>
              </a:rPr>
              <a:t>In the pre-production phase, security begins during design and build, where tools such as compilers, static analysis tools, and dependency scanners are used to detect vulnerabilities early on.</a:t>
            </a:r>
          </a:p>
          <a:p>
            <a:r>
              <a:rPr lang="en-US" sz="1100" b="0" i="0" u="none" strike="noStrike" cap="none" dirty="0">
                <a:solidFill>
                  <a:srgbClr val="000000"/>
                </a:solidFill>
                <a:effectLst/>
                <a:latin typeface="Arial"/>
                <a:ea typeface="Arial"/>
                <a:cs typeface="Arial"/>
                <a:sym typeface="Arial"/>
              </a:rPr>
              <a:t>During testing and verification, automated unit testing and security testing tools help identify issues such as unsafe input handling and memory errors before deployment.</a:t>
            </a:r>
          </a:p>
          <a:p>
            <a:r>
              <a:rPr lang="en-US" sz="1100" b="0" i="0" u="none" strike="noStrike" cap="none" dirty="0">
                <a:solidFill>
                  <a:srgbClr val="000000"/>
                </a:solidFill>
                <a:effectLst/>
                <a:latin typeface="Arial"/>
                <a:ea typeface="Arial"/>
                <a:cs typeface="Arial"/>
                <a:sym typeface="Arial"/>
              </a:rPr>
              <a:t>In production, monitoring tools such as logging systems, SIEM platforms, and intrusion detection systems are used to detect suspicious activity in real time. </a:t>
            </a:r>
          </a:p>
          <a:p>
            <a:r>
              <a:rPr lang="en-US" sz="1100" b="0" i="0" u="none" strike="noStrike" cap="none" dirty="0">
                <a:solidFill>
                  <a:srgbClr val="000000"/>
                </a:solidFill>
                <a:effectLst/>
                <a:latin typeface="Arial"/>
                <a:ea typeface="Arial"/>
                <a:cs typeface="Arial"/>
                <a:sym typeface="Arial"/>
              </a:rPr>
              <a:t>Finally, in the response and maintenance phase, automation supports patching, updates, and incident response. In the Equifax breach, the failure to apply patches and detect vulnerabilities early gives us a clear example of why automation across all stages of the pipeline is critical for maintaining security.</a:t>
            </a:r>
          </a:p>
        </p:txBody>
      </p:sp>
      <p:sp>
        <p:nvSpPr>
          <p:cNvPr id="200" name="Google Shape;200;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5"/>
        <p:cNvGrpSpPr/>
        <p:nvPr/>
      </p:nvGrpSpPr>
      <p:grpSpPr>
        <a:xfrm>
          <a:off x="0" y="0"/>
          <a:ext cx="0" cy="0"/>
          <a:chOff x="0" y="0"/>
          <a:chExt cx="0" cy="0"/>
        </a:xfrm>
      </p:grpSpPr>
      <p:sp>
        <p:nvSpPr>
          <p:cNvPr id="206" name="Google Shape;206;p1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158750" indent="0">
              <a:buNone/>
            </a:pPr>
            <a:r>
              <a:rPr lang="en-US" sz="1100" b="0" i="0" u="none" strike="noStrike" cap="none" dirty="0">
                <a:solidFill>
                  <a:srgbClr val="000000"/>
                </a:solidFill>
                <a:effectLst/>
                <a:latin typeface="Arial"/>
                <a:ea typeface="Arial"/>
                <a:cs typeface="Arial"/>
                <a:sym typeface="Arial"/>
              </a:rPr>
              <a:t>Tools</a:t>
            </a:r>
          </a:p>
          <a:p>
            <a:pPr marL="158750" indent="0">
              <a:buNone/>
            </a:pPr>
            <a:endParaRPr lang="en-US" sz="1100" b="0" i="0" u="none" strike="noStrike" cap="none" dirty="0">
              <a:solidFill>
                <a:srgbClr val="000000"/>
              </a:solidFill>
              <a:effectLst/>
              <a:latin typeface="Arial"/>
              <a:ea typeface="Arial"/>
              <a:cs typeface="Arial"/>
              <a:sym typeface="Arial"/>
            </a:endParaRPr>
          </a:p>
          <a:p>
            <a:r>
              <a:rPr lang="en-US" sz="1100" b="0" i="0" u="none" strike="noStrike" cap="none" dirty="0">
                <a:solidFill>
                  <a:srgbClr val="000000"/>
                </a:solidFill>
                <a:effectLst/>
                <a:latin typeface="Arial"/>
                <a:ea typeface="Arial"/>
                <a:cs typeface="Arial"/>
                <a:sym typeface="Arial"/>
              </a:rPr>
              <a:t>Continuing with Automation, I will cover how the security tools are integrated throughout the </a:t>
            </a:r>
            <a:r>
              <a:rPr lang="en-US" sz="1100" b="0" i="0" u="none" strike="noStrike" cap="none" dirty="0" err="1">
                <a:solidFill>
                  <a:srgbClr val="000000"/>
                </a:solidFill>
                <a:effectLst/>
                <a:latin typeface="Arial"/>
                <a:ea typeface="Arial"/>
                <a:cs typeface="Arial"/>
                <a:sym typeface="Arial"/>
              </a:rPr>
              <a:t>DevSecOps</a:t>
            </a:r>
            <a:r>
              <a:rPr lang="en-US" sz="1100" b="0" i="0" u="none" strike="noStrike" cap="none" dirty="0">
                <a:solidFill>
                  <a:srgbClr val="000000"/>
                </a:solidFill>
                <a:effectLst/>
                <a:latin typeface="Arial"/>
                <a:ea typeface="Arial"/>
                <a:cs typeface="Arial"/>
                <a:sym typeface="Arial"/>
              </a:rPr>
              <a:t> pipeline. Rather than treating security as a separate step, </a:t>
            </a:r>
            <a:r>
              <a:rPr lang="en-US" sz="1100" b="0" i="0" u="none" strike="noStrike" cap="none" dirty="0" err="1">
                <a:solidFill>
                  <a:srgbClr val="000000"/>
                </a:solidFill>
                <a:effectLst/>
                <a:latin typeface="Arial"/>
                <a:ea typeface="Arial"/>
                <a:cs typeface="Arial"/>
                <a:sym typeface="Arial"/>
              </a:rPr>
              <a:t>DevSecOps</a:t>
            </a:r>
            <a:r>
              <a:rPr lang="en-US" sz="1100" b="0" i="0" u="none" strike="noStrike" cap="none" dirty="0">
                <a:solidFill>
                  <a:srgbClr val="000000"/>
                </a:solidFill>
                <a:effectLst/>
                <a:latin typeface="Arial"/>
                <a:ea typeface="Arial"/>
                <a:cs typeface="Arial"/>
                <a:sym typeface="Arial"/>
              </a:rPr>
              <a:t> ensures that security is applied continuously from development through production.</a:t>
            </a:r>
          </a:p>
          <a:p>
            <a:r>
              <a:rPr lang="en-US" sz="1100" b="0" i="0" u="none" strike="noStrike" cap="none" dirty="0">
                <a:solidFill>
                  <a:srgbClr val="000000"/>
                </a:solidFill>
                <a:effectLst/>
                <a:latin typeface="Arial"/>
                <a:ea typeface="Arial"/>
                <a:cs typeface="Arial"/>
                <a:sym typeface="Arial"/>
              </a:rPr>
              <a:t>In the build stage, compilers and static analysis tools are used to detect issues such as unsafe memory usage and coding errors. During testing, unit tests, fuzz testing, and vulnerability scanners help identify input validation issues and other exploitable weaknesses.</a:t>
            </a:r>
          </a:p>
          <a:p>
            <a:r>
              <a:rPr lang="en-US" sz="1100" b="0" i="0" u="none" strike="noStrike" cap="none" dirty="0">
                <a:solidFill>
                  <a:srgbClr val="000000"/>
                </a:solidFill>
                <a:effectLst/>
                <a:latin typeface="Arial"/>
                <a:ea typeface="Arial"/>
                <a:cs typeface="Arial"/>
                <a:sym typeface="Arial"/>
              </a:rPr>
              <a:t>In the CI/CD pipeline, automated security checks ensure that vulnerabilities are detected before code is deployed. Once in production, monitoring tools such as SIEM systems and intrusion detection provide real-time visibility into system activity.</a:t>
            </a:r>
          </a:p>
          <a:p>
            <a:r>
              <a:rPr lang="en-US" sz="1100" b="0" i="0" u="none" strike="noStrike" cap="none" dirty="0">
                <a:solidFill>
                  <a:srgbClr val="000000"/>
                </a:solidFill>
                <a:effectLst/>
                <a:latin typeface="Arial"/>
                <a:ea typeface="Arial"/>
                <a:cs typeface="Arial"/>
                <a:sym typeface="Arial"/>
              </a:rPr>
              <a:t>The goal of this approach is to detect vulnerabilities early, reduce risk before deployment, and maintain continuous monitoring of the system. </a:t>
            </a:r>
          </a:p>
          <a:p>
            <a:r>
              <a:rPr lang="en-US" sz="1100" b="0" i="0" u="none" strike="noStrike" cap="none" dirty="0">
                <a:solidFill>
                  <a:srgbClr val="000000"/>
                </a:solidFill>
                <a:effectLst/>
                <a:latin typeface="Arial"/>
                <a:ea typeface="Arial"/>
                <a:cs typeface="Arial"/>
                <a:sym typeface="Arial"/>
              </a:rPr>
              <a:t>The failure to automate patching and vulnerability detection which lead to the Equifax breach demonstrates the importance of integrating security tools throughout the entire pipeline.</a:t>
            </a:r>
            <a:endParaRPr dirty="0"/>
          </a:p>
        </p:txBody>
      </p:sp>
      <p:sp>
        <p:nvSpPr>
          <p:cNvPr id="207" name="Google Shape;207;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2"/>
        <p:cNvGrpSpPr/>
        <p:nvPr/>
      </p:nvGrpSpPr>
      <p:grpSpPr>
        <a:xfrm>
          <a:off x="0" y="0"/>
          <a:ext cx="0" cy="0"/>
          <a:chOff x="0" y="0"/>
          <a:chExt cx="0" cy="0"/>
        </a:xfrm>
      </p:grpSpPr>
      <p:sp>
        <p:nvSpPr>
          <p:cNvPr id="213" name="Google Shape;213;p1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158750" indent="0">
              <a:buNone/>
            </a:pPr>
            <a:r>
              <a:rPr lang="en-US" sz="1100" b="0" i="0" u="none" strike="noStrike" cap="none" dirty="0">
                <a:solidFill>
                  <a:srgbClr val="000000"/>
                </a:solidFill>
                <a:effectLst/>
                <a:latin typeface="Arial"/>
                <a:ea typeface="Arial"/>
                <a:cs typeface="Arial"/>
                <a:sym typeface="Arial"/>
              </a:rPr>
              <a:t>Risks and Benefits</a:t>
            </a:r>
          </a:p>
          <a:p>
            <a:pPr marL="158750" indent="0">
              <a:buNone/>
            </a:pPr>
            <a:endParaRPr lang="en-US" sz="1100" b="0" i="0" u="none" strike="noStrike" cap="none" dirty="0">
              <a:solidFill>
                <a:srgbClr val="000000"/>
              </a:solidFill>
              <a:effectLst/>
              <a:latin typeface="Arial"/>
              <a:ea typeface="Arial"/>
              <a:cs typeface="Arial"/>
              <a:sym typeface="Arial"/>
            </a:endParaRPr>
          </a:p>
          <a:p>
            <a:r>
              <a:rPr lang="en-US" sz="1100" b="0" i="0" u="none" strike="noStrike" cap="none" dirty="0">
                <a:solidFill>
                  <a:srgbClr val="000000"/>
                </a:solidFill>
                <a:effectLst/>
                <a:latin typeface="Arial"/>
                <a:ea typeface="Arial"/>
                <a:cs typeface="Arial"/>
                <a:sym typeface="Arial"/>
              </a:rPr>
              <a:t>To justify my automation and tools plan, I will go over the key risks and benefits associated with my proposed security strategy. </a:t>
            </a:r>
          </a:p>
          <a:p>
            <a:r>
              <a:rPr lang="en-US" sz="1100" b="0" i="0" u="none" strike="noStrike" cap="none" dirty="0">
                <a:solidFill>
                  <a:srgbClr val="000000"/>
                </a:solidFill>
                <a:effectLst/>
                <a:latin typeface="Arial"/>
                <a:ea typeface="Arial"/>
                <a:cs typeface="Arial"/>
                <a:sym typeface="Arial"/>
              </a:rPr>
              <a:t>The main problems identified in the Equifax case included unpatched vulnerabilities, weak monitoring, and the exposure of sensitive personal data. </a:t>
            </a:r>
          </a:p>
          <a:p>
            <a:r>
              <a:rPr lang="en-US" sz="1100" b="0" i="0" u="none" strike="noStrike" cap="none" dirty="0">
                <a:solidFill>
                  <a:srgbClr val="000000"/>
                </a:solidFill>
                <a:effectLst/>
                <a:latin typeface="Arial"/>
                <a:ea typeface="Arial"/>
                <a:cs typeface="Arial"/>
                <a:sym typeface="Arial"/>
              </a:rPr>
              <a:t>These issues show us that there were gaps in both prevention and detection.</a:t>
            </a:r>
          </a:p>
          <a:p>
            <a:r>
              <a:rPr lang="en-US" sz="1100" b="0" i="0" u="none" strike="noStrike" cap="none" dirty="0">
                <a:solidFill>
                  <a:srgbClr val="000000"/>
                </a:solidFill>
                <a:effectLst/>
                <a:latin typeface="Arial"/>
                <a:ea typeface="Arial"/>
                <a:cs typeface="Arial"/>
                <a:sym typeface="Arial"/>
              </a:rPr>
              <a:t>The solutions that I have proposed include implementing automated patch management, continuous monitoring through SIEM tools, and enforcing secure coding practices such as input validation.</a:t>
            </a:r>
          </a:p>
          <a:p>
            <a:r>
              <a:rPr lang="en-US" sz="1100" b="0" i="0" u="none" strike="noStrike" cap="none" dirty="0">
                <a:solidFill>
                  <a:srgbClr val="000000"/>
                </a:solidFill>
                <a:effectLst/>
                <a:latin typeface="Arial"/>
                <a:ea typeface="Arial"/>
                <a:cs typeface="Arial"/>
                <a:sym typeface="Arial"/>
              </a:rPr>
              <a:t>Acting now provides clear benefits, including reducing the likelihood of a data breach, protecting sensitive data, and improving overall system reliability.</a:t>
            </a:r>
          </a:p>
          <a:p>
            <a:pPr marL="0" lvl="0" indent="0" algn="l" rtl="0">
              <a:lnSpc>
                <a:spcPct val="100000"/>
              </a:lnSpc>
              <a:spcBef>
                <a:spcPts val="0"/>
              </a:spcBef>
              <a:spcAft>
                <a:spcPts val="0"/>
              </a:spcAft>
              <a:buSzPts val="1100"/>
              <a:buNone/>
            </a:pPr>
            <a:endParaRPr dirty="0"/>
          </a:p>
        </p:txBody>
      </p:sp>
      <p:sp>
        <p:nvSpPr>
          <p:cNvPr id="214" name="Google Shape;214;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2">
          <a:extLst>
            <a:ext uri="{FF2B5EF4-FFF2-40B4-BE49-F238E27FC236}">
              <a16:creationId xmlns:a16="http://schemas.microsoft.com/office/drawing/2014/main" id="{4A8BC543-7F75-5E68-97F8-2CDA46E8CE11}"/>
            </a:ext>
          </a:extLst>
        </p:cNvPr>
        <p:cNvGrpSpPr/>
        <p:nvPr/>
      </p:nvGrpSpPr>
      <p:grpSpPr>
        <a:xfrm>
          <a:off x="0" y="0"/>
          <a:ext cx="0" cy="0"/>
          <a:chOff x="0" y="0"/>
          <a:chExt cx="0" cy="0"/>
        </a:xfrm>
      </p:grpSpPr>
      <p:sp>
        <p:nvSpPr>
          <p:cNvPr id="213" name="Google Shape;213;p11:notes">
            <a:extLst>
              <a:ext uri="{FF2B5EF4-FFF2-40B4-BE49-F238E27FC236}">
                <a16:creationId xmlns:a16="http://schemas.microsoft.com/office/drawing/2014/main" id="{3F9BC74D-D527-4435-E734-1CABC19AAFD4}"/>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r>
              <a:rPr lang="en-US" sz="1100" b="0" i="0" u="none" strike="noStrike" cap="none" dirty="0">
                <a:solidFill>
                  <a:srgbClr val="000000"/>
                </a:solidFill>
                <a:effectLst/>
                <a:latin typeface="Arial"/>
                <a:ea typeface="Arial"/>
                <a:cs typeface="Arial"/>
                <a:sym typeface="Arial"/>
              </a:rPr>
              <a:t>In contrast, delaying action increases the risk of exploitation, financial loss, and reputational damage.</a:t>
            </a:r>
          </a:p>
          <a:p>
            <a:r>
              <a:rPr lang="en-US" sz="1100" b="0" i="0" u="none" strike="noStrike" cap="none" dirty="0">
                <a:solidFill>
                  <a:srgbClr val="000000"/>
                </a:solidFill>
                <a:effectLst/>
                <a:latin typeface="Arial"/>
                <a:ea typeface="Arial"/>
                <a:cs typeface="Arial"/>
                <a:sym typeface="Arial"/>
              </a:rPr>
              <a:t>The current strategy is lacking in areas such as automation and comprehensive monitoring. </a:t>
            </a:r>
          </a:p>
          <a:p>
            <a:r>
              <a:rPr lang="en-US" sz="1100" b="0" i="0" u="none" strike="noStrike" cap="none" dirty="0">
                <a:solidFill>
                  <a:srgbClr val="000000"/>
                </a:solidFill>
                <a:effectLst/>
                <a:latin typeface="Arial"/>
                <a:ea typeface="Arial"/>
                <a:cs typeface="Arial"/>
                <a:sym typeface="Arial"/>
              </a:rPr>
              <a:t>To address these gaps, the next steps include integrating automated security tools into the </a:t>
            </a:r>
            <a:r>
              <a:rPr lang="en-US" sz="1100" b="0" i="0" u="none" strike="noStrike" cap="none" dirty="0" err="1">
                <a:solidFill>
                  <a:srgbClr val="000000"/>
                </a:solidFill>
                <a:effectLst/>
                <a:latin typeface="Arial"/>
                <a:ea typeface="Arial"/>
                <a:cs typeface="Arial"/>
                <a:sym typeface="Arial"/>
              </a:rPr>
              <a:t>DevSecOps</a:t>
            </a:r>
            <a:r>
              <a:rPr lang="en-US" sz="1100" b="0" i="0" u="none" strike="noStrike" cap="none" dirty="0">
                <a:solidFill>
                  <a:srgbClr val="000000"/>
                </a:solidFill>
                <a:effectLst/>
                <a:latin typeface="Arial"/>
                <a:ea typeface="Arial"/>
                <a:cs typeface="Arial"/>
                <a:sym typeface="Arial"/>
              </a:rPr>
              <a:t> pipeline, enforcing patch management policies, and strengthening monitoring and response capabilities.</a:t>
            </a:r>
          </a:p>
          <a:p>
            <a:pPr marL="0" lvl="0" indent="0" algn="l" rtl="0">
              <a:lnSpc>
                <a:spcPct val="100000"/>
              </a:lnSpc>
              <a:spcBef>
                <a:spcPts val="0"/>
              </a:spcBef>
              <a:spcAft>
                <a:spcPts val="0"/>
              </a:spcAft>
              <a:buSzPts val="1100"/>
              <a:buNone/>
            </a:pPr>
            <a:endParaRPr dirty="0"/>
          </a:p>
        </p:txBody>
      </p:sp>
      <p:sp>
        <p:nvSpPr>
          <p:cNvPr id="214" name="Google Shape;214;p11:notes">
            <a:extLst>
              <a:ext uri="{FF2B5EF4-FFF2-40B4-BE49-F238E27FC236}">
                <a16:creationId xmlns:a16="http://schemas.microsoft.com/office/drawing/2014/main" id="{52540095-1E0C-6308-CF34-CA2D4DF95D8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50978567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9"/>
        <p:cNvGrpSpPr/>
        <p:nvPr/>
      </p:nvGrpSpPr>
      <p:grpSpPr>
        <a:xfrm>
          <a:off x="0" y="0"/>
          <a:ext cx="0" cy="0"/>
          <a:chOff x="0" y="0"/>
          <a:chExt cx="0" cy="0"/>
        </a:xfrm>
      </p:grpSpPr>
      <p:sp>
        <p:nvSpPr>
          <p:cNvPr id="220" name="Google Shape;220;p1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158750" indent="0">
              <a:buNone/>
            </a:pPr>
            <a:r>
              <a:rPr lang="en-US" sz="1100" b="0" i="0" u="none" strike="noStrike" cap="none" dirty="0">
                <a:solidFill>
                  <a:srgbClr val="000000"/>
                </a:solidFill>
                <a:effectLst/>
                <a:latin typeface="Arial"/>
                <a:ea typeface="Arial"/>
                <a:cs typeface="Arial"/>
                <a:sym typeface="Arial"/>
              </a:rPr>
              <a:t>Recommendation</a:t>
            </a:r>
          </a:p>
          <a:p>
            <a:pPr marL="158750" indent="0">
              <a:buNone/>
            </a:pPr>
            <a:endParaRPr lang="en-US" sz="1100" b="0" i="0" u="none" strike="noStrike" cap="none" dirty="0">
              <a:solidFill>
                <a:srgbClr val="000000"/>
              </a:solidFill>
              <a:effectLst/>
              <a:latin typeface="Arial"/>
              <a:ea typeface="Arial"/>
              <a:cs typeface="Arial"/>
              <a:sym typeface="Arial"/>
            </a:endParaRPr>
          </a:p>
          <a:p>
            <a:r>
              <a:rPr lang="en-US" sz="1100" b="0" i="0" u="none" strike="noStrike" cap="none" dirty="0">
                <a:solidFill>
                  <a:srgbClr val="000000"/>
                </a:solidFill>
                <a:effectLst/>
                <a:latin typeface="Arial"/>
                <a:ea typeface="Arial"/>
                <a:cs typeface="Arial"/>
                <a:sym typeface="Arial"/>
              </a:rPr>
              <a:t>My recommendations will address these key gaps in the current security policy based on the Equifax breach. </a:t>
            </a:r>
          </a:p>
          <a:p>
            <a:r>
              <a:rPr lang="en-US" sz="1100" b="0" i="0" u="none" strike="noStrike" cap="none" dirty="0">
                <a:solidFill>
                  <a:srgbClr val="000000"/>
                </a:solidFill>
                <a:effectLst/>
                <a:latin typeface="Arial"/>
                <a:ea typeface="Arial"/>
                <a:cs typeface="Arial"/>
                <a:sym typeface="Arial"/>
              </a:rPr>
              <a:t>One major issue is inconsistent patch management, which allowed a known vulnerability to remain unaddressed. There is also limited use of automated vulnerability detection and incomplete monitoring, which delayed the identification of the attack.</a:t>
            </a:r>
          </a:p>
          <a:p>
            <a:r>
              <a:rPr lang="en-US" sz="1100" b="0" i="0" u="none" strike="noStrike" cap="none" dirty="0">
                <a:solidFill>
                  <a:srgbClr val="000000"/>
                </a:solidFill>
                <a:effectLst/>
                <a:latin typeface="Arial"/>
                <a:ea typeface="Arial"/>
                <a:cs typeface="Arial"/>
                <a:sym typeface="Arial"/>
              </a:rPr>
              <a:t>These gaps increase exposure to known threats and make it more difficult to detect and respond to incidents in a timely manner. To address these issues, the policy should incorporate automated patch management, expand vulnerability scanning, and strengthen real-time monitoring through tools such as SIEM systems. </a:t>
            </a:r>
          </a:p>
          <a:p>
            <a:r>
              <a:rPr lang="en-US" sz="1100" b="0" i="0" u="none" strike="noStrike" cap="none" dirty="0">
                <a:solidFill>
                  <a:srgbClr val="000000"/>
                </a:solidFill>
                <a:effectLst/>
                <a:latin typeface="Arial"/>
                <a:ea typeface="Arial"/>
                <a:cs typeface="Arial"/>
                <a:sym typeface="Arial"/>
              </a:rPr>
              <a:t>Additionally, security should be fully integrated into the </a:t>
            </a:r>
            <a:r>
              <a:rPr lang="en-US" sz="1100" b="0" i="0" u="none" strike="noStrike" cap="none" dirty="0" err="1">
                <a:solidFill>
                  <a:srgbClr val="000000"/>
                </a:solidFill>
                <a:effectLst/>
                <a:latin typeface="Arial"/>
                <a:ea typeface="Arial"/>
                <a:cs typeface="Arial"/>
                <a:sym typeface="Arial"/>
              </a:rPr>
              <a:t>DevSecOps</a:t>
            </a:r>
            <a:r>
              <a:rPr lang="en-US" sz="1100" b="0" i="0" u="none" strike="noStrike" cap="none" dirty="0">
                <a:solidFill>
                  <a:srgbClr val="000000"/>
                </a:solidFill>
                <a:effectLst/>
                <a:latin typeface="Arial"/>
                <a:ea typeface="Arial"/>
                <a:cs typeface="Arial"/>
                <a:sym typeface="Arial"/>
              </a:rPr>
              <a:t> pipeline to ensure continuous protection.</a:t>
            </a:r>
          </a:p>
          <a:p>
            <a:pPr marL="0" lvl="0" indent="0" algn="l" rtl="0">
              <a:lnSpc>
                <a:spcPct val="100000"/>
              </a:lnSpc>
              <a:spcBef>
                <a:spcPts val="0"/>
              </a:spcBef>
              <a:spcAft>
                <a:spcPts val="0"/>
              </a:spcAft>
              <a:buSzPts val="1100"/>
              <a:buNone/>
            </a:pPr>
            <a:endParaRPr dirty="0"/>
          </a:p>
        </p:txBody>
      </p:sp>
      <p:sp>
        <p:nvSpPr>
          <p:cNvPr id="221" name="Google Shape;221;p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6"/>
        <p:cNvGrpSpPr/>
        <p:nvPr/>
      </p:nvGrpSpPr>
      <p:grpSpPr>
        <a:xfrm>
          <a:off x="0" y="0"/>
          <a:ext cx="0" cy="0"/>
          <a:chOff x="0" y="0"/>
          <a:chExt cx="0" cy="0"/>
        </a:xfrm>
      </p:grpSpPr>
      <p:sp>
        <p:nvSpPr>
          <p:cNvPr id="227" name="Google Shape;227;p1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US" dirty="0"/>
              <a:t>Conclusion</a:t>
            </a:r>
          </a:p>
          <a:p>
            <a:pPr marL="0" lvl="0" indent="0" algn="l" rtl="0">
              <a:lnSpc>
                <a:spcPct val="100000"/>
              </a:lnSpc>
              <a:spcBef>
                <a:spcPts val="0"/>
              </a:spcBef>
              <a:spcAft>
                <a:spcPts val="0"/>
              </a:spcAft>
              <a:buSzPts val="1100"/>
              <a:buNone/>
            </a:pPr>
            <a:endParaRPr lang="en-US" dirty="0"/>
          </a:p>
          <a:p>
            <a:r>
              <a:rPr lang="en-US" sz="1100" b="0" i="0" u="none" strike="noStrike" cap="none" dirty="0">
                <a:solidFill>
                  <a:srgbClr val="000000"/>
                </a:solidFill>
                <a:effectLst/>
                <a:latin typeface="Arial"/>
                <a:ea typeface="Arial"/>
                <a:cs typeface="Arial"/>
                <a:sym typeface="Arial"/>
              </a:rPr>
              <a:t>In conclusion, the standards that I have presented should be adopted to prevent future security failures. </a:t>
            </a:r>
          </a:p>
          <a:p>
            <a:r>
              <a:rPr lang="en-US" sz="1100" b="0" i="0" u="none" strike="noStrike" cap="none" dirty="0">
                <a:solidFill>
                  <a:srgbClr val="000000"/>
                </a:solidFill>
                <a:effectLst/>
                <a:latin typeface="Arial"/>
                <a:ea typeface="Arial"/>
                <a:cs typeface="Arial"/>
                <a:sym typeface="Arial"/>
              </a:rPr>
              <a:t>Automated patch management and continuous vulnerability scanning should be implemented as they are critical to ensure that known vulnerabilities are addressed before they can be exploited.</a:t>
            </a:r>
          </a:p>
          <a:p>
            <a:r>
              <a:rPr lang="en-US" sz="1100" b="0" i="0" u="none" strike="noStrike" cap="none" dirty="0">
                <a:solidFill>
                  <a:srgbClr val="000000"/>
                </a:solidFill>
                <a:effectLst/>
                <a:latin typeface="Arial"/>
                <a:ea typeface="Arial"/>
                <a:cs typeface="Arial"/>
                <a:sym typeface="Arial"/>
              </a:rPr>
              <a:t>Strengthening input validation and secure coding practices will help to prevent common attack vectors, while comprehensive logging and monitoring will improve visibility into system activity.</a:t>
            </a:r>
          </a:p>
          <a:p>
            <a:r>
              <a:rPr lang="en-US" sz="1100" b="0" i="0" u="none" strike="noStrike" cap="none" dirty="0">
                <a:solidFill>
                  <a:srgbClr val="000000"/>
                </a:solidFill>
                <a:effectLst/>
                <a:latin typeface="Arial"/>
                <a:ea typeface="Arial"/>
                <a:cs typeface="Arial"/>
                <a:sym typeface="Arial"/>
              </a:rPr>
              <a:t>Moving forward, the security strategy should focus on applying defense-in-depth and integrating security into every stage of development. </a:t>
            </a:r>
          </a:p>
          <a:p>
            <a:r>
              <a:rPr lang="en-US" sz="1100" b="0" i="0" u="none" strike="noStrike" cap="none" dirty="0">
                <a:solidFill>
                  <a:srgbClr val="000000"/>
                </a:solidFill>
                <a:effectLst/>
                <a:latin typeface="Arial"/>
                <a:ea typeface="Arial"/>
                <a:cs typeface="Arial"/>
                <a:sym typeface="Arial"/>
              </a:rPr>
              <a:t>By prioritizing high-impact vulnerabilities and maintaining continuous monitoring, our organization can reduce the risk of breaches and improve overall system reliability.</a:t>
            </a:r>
            <a:endParaRPr dirty="0"/>
          </a:p>
        </p:txBody>
      </p:sp>
      <p:sp>
        <p:nvSpPr>
          <p:cNvPr id="228" name="Google Shape;228;p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
        <p:cNvGrpSpPr/>
        <p:nvPr/>
      </p:nvGrpSpPr>
      <p:grpSpPr>
        <a:xfrm>
          <a:off x="0" y="0"/>
          <a:ext cx="0" cy="0"/>
          <a:chOff x="0" y="0"/>
          <a:chExt cx="0" cy="0"/>
        </a:xfrm>
      </p:grpSpPr>
      <p:sp>
        <p:nvSpPr>
          <p:cNvPr id="234" name="Google Shape;234;p1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US" dirty="0"/>
              <a:t>References used for this presentation are listed above, sources included the Electronic Privacy Information Center, and a recent article from </a:t>
            </a:r>
            <a:r>
              <a:rPr lang="en-US" dirty="0" err="1"/>
              <a:t>Breachsense</a:t>
            </a:r>
            <a:r>
              <a:rPr lang="en-US" dirty="0"/>
              <a:t> by Amishav.</a:t>
            </a:r>
          </a:p>
          <a:p>
            <a:pPr marL="0" lvl="0" indent="0" algn="l" rtl="0">
              <a:lnSpc>
                <a:spcPct val="100000"/>
              </a:lnSpc>
              <a:spcBef>
                <a:spcPts val="0"/>
              </a:spcBef>
              <a:spcAft>
                <a:spcPts val="0"/>
              </a:spcAft>
              <a:buSzPts val="1100"/>
              <a:buNone/>
            </a:pPr>
            <a:endParaRPr lang="en-US" dirty="0"/>
          </a:p>
          <a:p>
            <a:pPr marL="0" lvl="0" indent="0" algn="l" rtl="0">
              <a:lnSpc>
                <a:spcPct val="100000"/>
              </a:lnSpc>
              <a:spcBef>
                <a:spcPts val="0"/>
              </a:spcBef>
              <a:spcAft>
                <a:spcPts val="0"/>
              </a:spcAft>
              <a:buSzPts val="1100"/>
              <a:buNone/>
            </a:pPr>
            <a:r>
              <a:rPr lang="en-US" dirty="0"/>
              <a:t>Thank you all again for your time and attention, this will conclude the overview of the Green Pace security policy and its implementation strategy.</a:t>
            </a:r>
            <a:endParaRPr dirty="0"/>
          </a:p>
        </p:txBody>
      </p:sp>
      <p:sp>
        <p:nvSpPr>
          <p:cNvPr id="235" name="Google Shape;235;p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2"/>
        <p:cNvGrpSpPr/>
        <p:nvPr/>
      </p:nvGrpSpPr>
      <p:grpSpPr>
        <a:xfrm>
          <a:off x="0" y="0"/>
          <a:ext cx="0" cy="0"/>
          <a:chOff x="0" y="0"/>
          <a:chExt cx="0" cy="0"/>
        </a:xfrm>
      </p:grpSpPr>
      <p:pic>
        <p:nvPicPr>
          <p:cNvPr id="13" name="Google Shape;13;p16" descr="C0-HD-BTM.png"/>
          <p:cNvPicPr preferRelativeResize="0"/>
          <p:nvPr/>
        </p:nvPicPr>
        <p:blipFill rotWithShape="1">
          <a:blip r:embed="rId2">
            <a:alphaModFix/>
          </a:blip>
          <a:srcRect/>
          <a:stretch/>
        </p:blipFill>
        <p:spPr>
          <a:xfrm>
            <a:off x="0" y="4375150"/>
            <a:ext cx="12192000" cy="2482850"/>
          </a:xfrm>
          <a:prstGeom prst="rect">
            <a:avLst/>
          </a:prstGeom>
          <a:noFill/>
          <a:ln>
            <a:noFill/>
          </a:ln>
        </p:spPr>
      </p:pic>
      <p:sp>
        <p:nvSpPr>
          <p:cNvPr id="14" name="Google Shape;14;p16"/>
          <p:cNvSpPr txBox="1">
            <a:spLocks noGrp="1"/>
          </p:cNvSpPr>
          <p:nvPr>
            <p:ph type="ctrTitle"/>
          </p:nvPr>
        </p:nvSpPr>
        <p:spPr>
          <a:xfrm>
            <a:off x="1371600" y="1803405"/>
            <a:ext cx="9448800" cy="1825096"/>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lt1"/>
              </a:buClr>
              <a:buSzPts val="6000"/>
              <a:buFont typeface="Century Gothic"/>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5" name="Google Shape;15;p16"/>
          <p:cNvSpPr txBox="1">
            <a:spLocks noGrp="1"/>
          </p:cNvSpPr>
          <p:nvPr>
            <p:ph type="subTitle" idx="1"/>
          </p:nvPr>
        </p:nvSpPr>
        <p:spPr>
          <a:xfrm>
            <a:off x="1371600" y="3632201"/>
            <a:ext cx="9448800" cy="685800"/>
          </a:xfrm>
          <a:prstGeom prst="rect">
            <a:avLst/>
          </a:prstGeom>
          <a:noFill/>
          <a:ln>
            <a:noFill/>
          </a:ln>
        </p:spPr>
        <p:txBody>
          <a:bodyPr spcFirstLastPara="1" wrap="square" lIns="91425" tIns="45700" rIns="91425" bIns="45700" anchor="t" anchorCtr="0">
            <a:normAutofit/>
          </a:bodyPr>
          <a:lstStyle>
            <a:lvl1pPr lvl="0" algn="l">
              <a:lnSpc>
                <a:spcPct val="90000"/>
              </a:lnSpc>
              <a:spcBef>
                <a:spcPts val="1000"/>
              </a:spcBef>
              <a:spcAft>
                <a:spcPts val="0"/>
              </a:spcAft>
              <a:buClr>
                <a:schemeClr val="lt1"/>
              </a:buClr>
              <a:buSzPts val="2000"/>
              <a:buNone/>
              <a:defRPr sz="2000"/>
            </a:lvl1pPr>
            <a:lvl2pPr lvl="1" algn="ctr">
              <a:lnSpc>
                <a:spcPct val="90000"/>
              </a:lnSpc>
              <a:spcBef>
                <a:spcPts val="500"/>
              </a:spcBef>
              <a:spcAft>
                <a:spcPts val="0"/>
              </a:spcAft>
              <a:buClr>
                <a:schemeClr val="lt1"/>
              </a:buClr>
              <a:buSzPts val="2000"/>
              <a:buNone/>
              <a:defRPr sz="2000"/>
            </a:lvl2pPr>
            <a:lvl3pPr lvl="2" algn="ctr">
              <a:lnSpc>
                <a:spcPct val="90000"/>
              </a:lnSpc>
              <a:spcBef>
                <a:spcPts val="500"/>
              </a:spcBef>
              <a:spcAft>
                <a:spcPts val="0"/>
              </a:spcAft>
              <a:buClr>
                <a:schemeClr val="lt1"/>
              </a:buClr>
              <a:buSzPts val="1800"/>
              <a:buNone/>
              <a:defRPr sz="1800"/>
            </a:lvl3pPr>
            <a:lvl4pPr lvl="3" algn="ctr">
              <a:lnSpc>
                <a:spcPct val="90000"/>
              </a:lnSpc>
              <a:spcBef>
                <a:spcPts val="500"/>
              </a:spcBef>
              <a:spcAft>
                <a:spcPts val="0"/>
              </a:spcAft>
              <a:buClr>
                <a:schemeClr val="lt1"/>
              </a:buClr>
              <a:buSzPts val="1600"/>
              <a:buNone/>
              <a:defRPr sz="1600"/>
            </a:lvl4pPr>
            <a:lvl5pPr lvl="4" algn="ctr">
              <a:lnSpc>
                <a:spcPct val="90000"/>
              </a:lnSpc>
              <a:spcBef>
                <a:spcPts val="500"/>
              </a:spcBef>
              <a:spcAft>
                <a:spcPts val="0"/>
              </a:spcAft>
              <a:buClr>
                <a:schemeClr val="lt1"/>
              </a:buClr>
              <a:buSzPts val="1600"/>
              <a:buNone/>
              <a:defRPr sz="1600"/>
            </a:lvl5pPr>
            <a:lvl6pPr lvl="5" algn="ctr">
              <a:lnSpc>
                <a:spcPct val="90000"/>
              </a:lnSpc>
              <a:spcBef>
                <a:spcPts val="500"/>
              </a:spcBef>
              <a:spcAft>
                <a:spcPts val="0"/>
              </a:spcAft>
              <a:buClr>
                <a:schemeClr val="lt1"/>
              </a:buClr>
              <a:buSzPts val="1600"/>
              <a:buNone/>
              <a:defRPr sz="1600"/>
            </a:lvl6pPr>
            <a:lvl7pPr lvl="6" algn="ctr">
              <a:lnSpc>
                <a:spcPct val="90000"/>
              </a:lnSpc>
              <a:spcBef>
                <a:spcPts val="500"/>
              </a:spcBef>
              <a:spcAft>
                <a:spcPts val="0"/>
              </a:spcAft>
              <a:buClr>
                <a:schemeClr val="lt1"/>
              </a:buClr>
              <a:buSzPts val="1600"/>
              <a:buNone/>
              <a:defRPr sz="1600"/>
            </a:lvl7pPr>
            <a:lvl8pPr lvl="7" algn="ctr">
              <a:lnSpc>
                <a:spcPct val="90000"/>
              </a:lnSpc>
              <a:spcBef>
                <a:spcPts val="500"/>
              </a:spcBef>
              <a:spcAft>
                <a:spcPts val="0"/>
              </a:spcAft>
              <a:buClr>
                <a:schemeClr val="lt1"/>
              </a:buClr>
              <a:buSzPts val="1600"/>
              <a:buNone/>
              <a:defRPr sz="1600"/>
            </a:lvl8pPr>
            <a:lvl9pPr lvl="8" algn="ctr">
              <a:lnSpc>
                <a:spcPct val="90000"/>
              </a:lnSpc>
              <a:spcBef>
                <a:spcPts val="500"/>
              </a:spcBef>
              <a:spcAft>
                <a:spcPts val="0"/>
              </a:spcAft>
              <a:buClr>
                <a:schemeClr val="lt1"/>
              </a:buClr>
              <a:buSzPts val="1600"/>
              <a:buNone/>
              <a:defRPr sz="1600"/>
            </a:lvl9pPr>
          </a:lstStyle>
          <a:p>
            <a:endParaRPr/>
          </a:p>
        </p:txBody>
      </p:sp>
      <p:sp>
        <p:nvSpPr>
          <p:cNvPr id="16" name="Google Shape;16;p16"/>
          <p:cNvSpPr txBox="1">
            <a:spLocks noGrp="1"/>
          </p:cNvSpPr>
          <p:nvPr>
            <p:ph type="dt" idx="10"/>
          </p:nvPr>
        </p:nvSpPr>
        <p:spPr>
          <a:xfrm>
            <a:off x="7909561" y="4314328"/>
            <a:ext cx="2910840" cy="374642"/>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16"/>
          <p:cNvSpPr txBox="1">
            <a:spLocks noGrp="1"/>
          </p:cNvSpPr>
          <p:nvPr>
            <p:ph type="ftr" idx="11"/>
          </p:nvPr>
        </p:nvSpPr>
        <p:spPr>
          <a:xfrm>
            <a:off x="1371600" y="4323845"/>
            <a:ext cx="64008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8" name="Google Shape;18;p16"/>
          <p:cNvSpPr txBox="1">
            <a:spLocks noGrp="1"/>
          </p:cNvSpPr>
          <p:nvPr>
            <p:ph type="sldNum" idx="12"/>
          </p:nvPr>
        </p:nvSpPr>
        <p:spPr>
          <a:xfrm>
            <a:off x="8077200" y="1430866"/>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9"/>
        <p:cNvGrpSpPr/>
        <p:nvPr/>
      </p:nvGrpSpPr>
      <p:grpSpPr>
        <a:xfrm>
          <a:off x="0" y="0"/>
          <a:ext cx="0" cy="0"/>
          <a:chOff x="0" y="0"/>
          <a:chExt cx="0" cy="0"/>
        </a:xfrm>
      </p:grpSpPr>
      <p:sp>
        <p:nvSpPr>
          <p:cNvPr id="20" name="Google Shape;20;p17"/>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1" name="Google Shape;21;p17"/>
          <p:cNvSpPr txBox="1">
            <a:spLocks noGrp="1"/>
          </p:cNvSpPr>
          <p:nvPr>
            <p:ph type="body" idx="1"/>
          </p:nvPr>
        </p:nvSpPr>
        <p:spPr>
          <a:xfrm>
            <a:off x="685800" y="2194560"/>
            <a:ext cx="10820400" cy="4024125"/>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22" name="Google Shape;22;p17"/>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17"/>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4" name="Google Shape;24;p17"/>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matchingName="Section Header" type="secHead">
  <p:cSld name="SECTION_HEADER">
    <p:spTree>
      <p:nvGrpSpPr>
        <p:cNvPr id="1" name="Shape 25"/>
        <p:cNvGrpSpPr/>
        <p:nvPr/>
      </p:nvGrpSpPr>
      <p:grpSpPr>
        <a:xfrm>
          <a:off x="0" y="0"/>
          <a:ext cx="0" cy="0"/>
          <a:chOff x="0" y="0"/>
          <a:chExt cx="0" cy="0"/>
        </a:xfrm>
      </p:grpSpPr>
      <p:pic>
        <p:nvPicPr>
          <p:cNvPr id="26" name="Google Shape;26;p18" descr="C0-HD-BTM.png"/>
          <p:cNvPicPr preferRelativeResize="0"/>
          <p:nvPr/>
        </p:nvPicPr>
        <p:blipFill rotWithShape="1">
          <a:blip r:embed="rId2">
            <a:alphaModFix/>
          </a:blip>
          <a:srcRect/>
          <a:stretch/>
        </p:blipFill>
        <p:spPr>
          <a:xfrm>
            <a:off x="0" y="4375150"/>
            <a:ext cx="12192000" cy="2482850"/>
          </a:xfrm>
          <a:prstGeom prst="rect">
            <a:avLst/>
          </a:prstGeom>
          <a:noFill/>
          <a:ln>
            <a:noFill/>
          </a:ln>
        </p:spPr>
      </p:pic>
      <p:sp>
        <p:nvSpPr>
          <p:cNvPr id="27" name="Google Shape;27;p18"/>
          <p:cNvSpPr txBox="1">
            <a:spLocks noGrp="1"/>
          </p:cNvSpPr>
          <p:nvPr>
            <p:ph type="title"/>
          </p:nvPr>
        </p:nvSpPr>
        <p:spPr>
          <a:xfrm>
            <a:off x="685800" y="753533"/>
            <a:ext cx="10820399" cy="2801935"/>
          </a:xfrm>
          <a:prstGeom prst="rect">
            <a:avLst/>
          </a:prstGeom>
          <a:noFill/>
          <a:ln>
            <a:noFill/>
          </a:ln>
        </p:spPr>
        <p:txBody>
          <a:bodyPr spcFirstLastPara="1" wrap="square" lIns="91425" tIns="45700" rIns="91425" bIns="45700" anchor="b" anchorCtr="0">
            <a:normAutofit/>
          </a:bodyPr>
          <a:lstStyle>
            <a:lvl1pPr lvl="0" algn="r">
              <a:lnSpc>
                <a:spcPct val="90000"/>
              </a:lnSpc>
              <a:spcBef>
                <a:spcPts val="0"/>
              </a:spcBef>
              <a:spcAft>
                <a:spcPts val="0"/>
              </a:spcAft>
              <a:buClr>
                <a:schemeClr val="lt1"/>
              </a:buClr>
              <a:buSzPts val="4000"/>
              <a:buFont typeface="Century Gothic"/>
              <a:buNone/>
              <a:defRPr sz="4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8" name="Google Shape;28;p18"/>
          <p:cNvSpPr txBox="1">
            <a:spLocks noGrp="1"/>
          </p:cNvSpPr>
          <p:nvPr>
            <p:ph type="body" idx="1"/>
          </p:nvPr>
        </p:nvSpPr>
        <p:spPr>
          <a:xfrm>
            <a:off x="1024467" y="3641725"/>
            <a:ext cx="10490200" cy="955675"/>
          </a:xfrm>
          <a:prstGeom prst="rect">
            <a:avLst/>
          </a:prstGeom>
          <a:noFill/>
          <a:ln>
            <a:noFill/>
          </a:ln>
        </p:spPr>
        <p:txBody>
          <a:bodyPr spcFirstLastPara="1" wrap="square" lIns="91425" tIns="45700" rIns="91425" bIns="45700" anchor="t" anchorCtr="0">
            <a:normAutofit/>
          </a:bodyPr>
          <a:lstStyle>
            <a:lvl1pPr marL="457200" lvl="0" indent="-228600" algn="r">
              <a:lnSpc>
                <a:spcPct val="90000"/>
              </a:lnSpc>
              <a:spcBef>
                <a:spcPts val="1000"/>
              </a:spcBef>
              <a:spcAft>
                <a:spcPts val="0"/>
              </a:spcAft>
              <a:buClr>
                <a:schemeClr val="lt1"/>
              </a:buClr>
              <a:buSzPts val="2200"/>
              <a:buNone/>
              <a:defRPr sz="2200">
                <a:solidFill>
                  <a:schemeClr val="lt1"/>
                </a:solidFill>
              </a:defRPr>
            </a:lvl1pPr>
            <a:lvl2pPr marL="914400" lvl="1" indent="-228600" algn="l">
              <a:lnSpc>
                <a:spcPct val="90000"/>
              </a:lnSpc>
              <a:spcBef>
                <a:spcPts val="500"/>
              </a:spcBef>
              <a:spcAft>
                <a:spcPts val="0"/>
              </a:spcAft>
              <a:buClr>
                <a:schemeClr val="lt1"/>
              </a:buClr>
              <a:buSzPts val="2000"/>
              <a:buNone/>
              <a:defRPr sz="2000">
                <a:solidFill>
                  <a:schemeClr val="lt1"/>
                </a:solidFill>
              </a:defRPr>
            </a:lvl2pPr>
            <a:lvl3pPr marL="1371600" lvl="2" indent="-228600" algn="l">
              <a:lnSpc>
                <a:spcPct val="90000"/>
              </a:lnSpc>
              <a:spcBef>
                <a:spcPts val="500"/>
              </a:spcBef>
              <a:spcAft>
                <a:spcPts val="0"/>
              </a:spcAft>
              <a:buClr>
                <a:schemeClr val="lt1"/>
              </a:buClr>
              <a:buSzPts val="1800"/>
              <a:buNone/>
              <a:defRPr sz="1800">
                <a:solidFill>
                  <a:schemeClr val="lt1"/>
                </a:solidFill>
              </a:defRPr>
            </a:lvl3pPr>
            <a:lvl4pPr marL="1828800" lvl="3" indent="-228600" algn="l">
              <a:lnSpc>
                <a:spcPct val="90000"/>
              </a:lnSpc>
              <a:spcBef>
                <a:spcPts val="500"/>
              </a:spcBef>
              <a:spcAft>
                <a:spcPts val="0"/>
              </a:spcAft>
              <a:buClr>
                <a:schemeClr val="lt1"/>
              </a:buClr>
              <a:buSzPts val="1600"/>
              <a:buNone/>
              <a:defRPr sz="1600">
                <a:solidFill>
                  <a:schemeClr val="lt1"/>
                </a:solidFill>
              </a:defRPr>
            </a:lvl4pPr>
            <a:lvl5pPr marL="2286000" lvl="4" indent="-228600" algn="l">
              <a:lnSpc>
                <a:spcPct val="90000"/>
              </a:lnSpc>
              <a:spcBef>
                <a:spcPts val="500"/>
              </a:spcBef>
              <a:spcAft>
                <a:spcPts val="0"/>
              </a:spcAft>
              <a:buClr>
                <a:schemeClr val="lt1"/>
              </a:buClr>
              <a:buSzPts val="1600"/>
              <a:buNone/>
              <a:defRPr sz="1600">
                <a:solidFill>
                  <a:schemeClr val="lt1"/>
                </a:solidFill>
              </a:defRPr>
            </a:lvl5pPr>
            <a:lvl6pPr marL="2743200" lvl="5" indent="-228600" algn="l">
              <a:lnSpc>
                <a:spcPct val="90000"/>
              </a:lnSpc>
              <a:spcBef>
                <a:spcPts val="500"/>
              </a:spcBef>
              <a:spcAft>
                <a:spcPts val="0"/>
              </a:spcAft>
              <a:buClr>
                <a:schemeClr val="lt1"/>
              </a:buClr>
              <a:buSzPts val="1600"/>
              <a:buNone/>
              <a:defRPr sz="1600">
                <a:solidFill>
                  <a:schemeClr val="lt1"/>
                </a:solidFill>
              </a:defRPr>
            </a:lvl6pPr>
            <a:lvl7pPr marL="3200400" lvl="6" indent="-228600" algn="l">
              <a:lnSpc>
                <a:spcPct val="90000"/>
              </a:lnSpc>
              <a:spcBef>
                <a:spcPts val="500"/>
              </a:spcBef>
              <a:spcAft>
                <a:spcPts val="0"/>
              </a:spcAft>
              <a:buClr>
                <a:schemeClr val="lt1"/>
              </a:buClr>
              <a:buSzPts val="1600"/>
              <a:buNone/>
              <a:defRPr sz="1600">
                <a:solidFill>
                  <a:schemeClr val="lt1"/>
                </a:solidFill>
              </a:defRPr>
            </a:lvl7pPr>
            <a:lvl8pPr marL="3657600" lvl="7" indent="-228600" algn="l">
              <a:lnSpc>
                <a:spcPct val="90000"/>
              </a:lnSpc>
              <a:spcBef>
                <a:spcPts val="500"/>
              </a:spcBef>
              <a:spcAft>
                <a:spcPts val="0"/>
              </a:spcAft>
              <a:buClr>
                <a:schemeClr val="lt1"/>
              </a:buClr>
              <a:buSzPts val="1600"/>
              <a:buNone/>
              <a:defRPr sz="1600">
                <a:solidFill>
                  <a:schemeClr val="lt1"/>
                </a:solidFill>
              </a:defRPr>
            </a:lvl8pPr>
            <a:lvl9pPr marL="4114800" lvl="8" indent="-228600" algn="l">
              <a:lnSpc>
                <a:spcPct val="90000"/>
              </a:lnSpc>
              <a:spcBef>
                <a:spcPts val="500"/>
              </a:spcBef>
              <a:spcAft>
                <a:spcPts val="0"/>
              </a:spcAft>
              <a:buClr>
                <a:schemeClr val="lt1"/>
              </a:buClr>
              <a:buSzPts val="1600"/>
              <a:buNone/>
              <a:defRPr sz="1600">
                <a:solidFill>
                  <a:schemeClr val="lt1"/>
                </a:solidFill>
              </a:defRPr>
            </a:lvl9pPr>
          </a:lstStyle>
          <a:p>
            <a:endParaRPr/>
          </a:p>
        </p:txBody>
      </p:sp>
      <p:sp>
        <p:nvSpPr>
          <p:cNvPr id="29" name="Google Shape;29;p18"/>
          <p:cNvSpPr txBox="1">
            <a:spLocks noGrp="1"/>
          </p:cNvSpPr>
          <p:nvPr>
            <p:ph type="dt" idx="10"/>
          </p:nvPr>
        </p:nvSpPr>
        <p:spPr>
          <a:xfrm>
            <a:off x="7814452" y="38100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0" name="Google Shape;30;p18"/>
          <p:cNvSpPr txBox="1">
            <a:spLocks noGrp="1"/>
          </p:cNvSpPr>
          <p:nvPr>
            <p:ph type="ftr" idx="11"/>
          </p:nvPr>
        </p:nvSpPr>
        <p:spPr>
          <a:xfrm>
            <a:off x="685800" y="381001"/>
            <a:ext cx="6991492" cy="36406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18"/>
          <p:cNvSpPr txBox="1">
            <a:spLocks noGrp="1"/>
          </p:cNvSpPr>
          <p:nvPr>
            <p:ph type="sldNum" idx="12"/>
          </p:nvPr>
        </p:nvSpPr>
        <p:spPr>
          <a:xfrm>
            <a:off x="10862452" y="381000"/>
            <a:ext cx="643748"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2"/>
        <p:cNvGrpSpPr/>
        <p:nvPr/>
      </p:nvGrpSpPr>
      <p:grpSpPr>
        <a:xfrm>
          <a:off x="0" y="0"/>
          <a:ext cx="0" cy="0"/>
          <a:chOff x="0" y="0"/>
          <a:chExt cx="0" cy="0"/>
        </a:xfrm>
      </p:grpSpPr>
      <p:sp>
        <p:nvSpPr>
          <p:cNvPr id="33" name="Google Shape;33;p19"/>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4" name="Google Shape;34;p19"/>
          <p:cNvSpPr txBox="1">
            <a:spLocks noGrp="1"/>
          </p:cNvSpPr>
          <p:nvPr>
            <p:ph type="body" idx="1"/>
          </p:nvPr>
        </p:nvSpPr>
        <p:spPr>
          <a:xfrm>
            <a:off x="685800" y="2194559"/>
            <a:ext cx="5334000" cy="4024125"/>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35" name="Google Shape;35;p19"/>
          <p:cNvSpPr txBox="1">
            <a:spLocks noGrp="1"/>
          </p:cNvSpPr>
          <p:nvPr>
            <p:ph type="body" idx="2"/>
          </p:nvPr>
        </p:nvSpPr>
        <p:spPr>
          <a:xfrm>
            <a:off x="6172200" y="2194559"/>
            <a:ext cx="5334000" cy="4024125"/>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36" name="Google Shape;36;p19"/>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7" name="Google Shape;37;p19"/>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19"/>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9"/>
        <p:cNvGrpSpPr/>
        <p:nvPr/>
      </p:nvGrpSpPr>
      <p:grpSpPr>
        <a:xfrm>
          <a:off x="0" y="0"/>
          <a:ext cx="0" cy="0"/>
          <a:chOff x="0" y="0"/>
          <a:chExt cx="0" cy="0"/>
        </a:xfrm>
      </p:grpSpPr>
      <p:sp>
        <p:nvSpPr>
          <p:cNvPr id="40" name="Google Shape;40;p20"/>
          <p:cNvSpPr txBox="1">
            <a:spLocks noGrp="1"/>
          </p:cNvSpPr>
          <p:nvPr>
            <p:ph type="title"/>
          </p:nvPr>
        </p:nvSpPr>
        <p:spPr>
          <a:xfrm>
            <a:off x="2895600" y="762000"/>
            <a:ext cx="8610600" cy="12954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1" name="Google Shape;41;p20"/>
          <p:cNvSpPr txBox="1">
            <a:spLocks noGrp="1"/>
          </p:cNvSpPr>
          <p:nvPr>
            <p:ph type="body" idx="1"/>
          </p:nvPr>
        </p:nvSpPr>
        <p:spPr>
          <a:xfrm>
            <a:off x="914409" y="2183802"/>
            <a:ext cx="5079991"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lt1"/>
              </a:buClr>
              <a:buSzPts val="2800"/>
              <a:buNone/>
              <a:defRPr sz="2800" b="0">
                <a:solidFill>
                  <a:schemeClr val="lt1"/>
                </a:solidFill>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42" name="Google Shape;42;p20"/>
          <p:cNvSpPr txBox="1">
            <a:spLocks noGrp="1"/>
          </p:cNvSpPr>
          <p:nvPr>
            <p:ph type="body" idx="2"/>
          </p:nvPr>
        </p:nvSpPr>
        <p:spPr>
          <a:xfrm>
            <a:off x="685800" y="3132666"/>
            <a:ext cx="5311775" cy="3086019"/>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43" name="Google Shape;43;p20"/>
          <p:cNvSpPr txBox="1">
            <a:spLocks noGrp="1"/>
          </p:cNvSpPr>
          <p:nvPr>
            <p:ph type="body" idx="3"/>
          </p:nvPr>
        </p:nvSpPr>
        <p:spPr>
          <a:xfrm>
            <a:off x="6400800" y="2183802"/>
            <a:ext cx="5105400"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lt1"/>
              </a:buClr>
              <a:buSzPts val="2800"/>
              <a:buNone/>
              <a:defRPr sz="2800" b="0">
                <a:solidFill>
                  <a:schemeClr val="lt1"/>
                </a:solidFill>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44" name="Google Shape;44;p20"/>
          <p:cNvSpPr txBox="1">
            <a:spLocks noGrp="1"/>
          </p:cNvSpPr>
          <p:nvPr>
            <p:ph type="body" idx="4"/>
          </p:nvPr>
        </p:nvSpPr>
        <p:spPr>
          <a:xfrm>
            <a:off x="6172200" y="3132666"/>
            <a:ext cx="5334000" cy="3086019"/>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45" name="Google Shape;45;p20"/>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6" name="Google Shape;46;p20"/>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7" name="Google Shape;47;p20"/>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8"/>
        <p:cNvGrpSpPr/>
        <p:nvPr/>
      </p:nvGrpSpPr>
      <p:grpSpPr>
        <a:xfrm>
          <a:off x="0" y="0"/>
          <a:ext cx="0" cy="0"/>
          <a:chOff x="0" y="0"/>
          <a:chExt cx="0" cy="0"/>
        </a:xfrm>
      </p:grpSpPr>
      <p:sp>
        <p:nvSpPr>
          <p:cNvPr id="49" name="Google Shape;49;p21"/>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0" name="Google Shape;50;p21"/>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1" name="Google Shape;51;p21"/>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21"/>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3"/>
        <p:cNvGrpSpPr/>
        <p:nvPr/>
      </p:nvGrpSpPr>
      <p:grpSpPr>
        <a:xfrm>
          <a:off x="0" y="0"/>
          <a:ext cx="0" cy="0"/>
          <a:chOff x="0" y="0"/>
          <a:chExt cx="0" cy="0"/>
        </a:xfrm>
      </p:grpSpPr>
      <p:sp>
        <p:nvSpPr>
          <p:cNvPr id="54" name="Google Shape;54;p22"/>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5" name="Google Shape;55;p22"/>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6" name="Google Shape;56;p22"/>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7"/>
        <p:cNvGrpSpPr/>
        <p:nvPr/>
      </p:nvGrpSpPr>
      <p:grpSpPr>
        <a:xfrm>
          <a:off x="0" y="0"/>
          <a:ext cx="0" cy="0"/>
          <a:chOff x="0" y="0"/>
          <a:chExt cx="0" cy="0"/>
        </a:xfrm>
      </p:grpSpPr>
      <p:sp>
        <p:nvSpPr>
          <p:cNvPr id="58" name="Google Shape;58;p23"/>
          <p:cNvSpPr txBox="1">
            <a:spLocks noGrp="1"/>
          </p:cNvSpPr>
          <p:nvPr>
            <p:ph type="title"/>
          </p:nvPr>
        </p:nvSpPr>
        <p:spPr>
          <a:xfrm>
            <a:off x="685800" y="1524000"/>
            <a:ext cx="4114800"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lt1"/>
              </a:buClr>
              <a:buSzPts val="3200"/>
              <a:buFont typeface="Century Gothic"/>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9" name="Google Shape;59;p23"/>
          <p:cNvSpPr txBox="1">
            <a:spLocks noGrp="1"/>
          </p:cNvSpPr>
          <p:nvPr>
            <p:ph type="body" idx="1"/>
          </p:nvPr>
        </p:nvSpPr>
        <p:spPr>
          <a:xfrm>
            <a:off x="4995582" y="746759"/>
            <a:ext cx="6510618" cy="5471925"/>
          </a:xfrm>
          <a:prstGeom prst="rect">
            <a:avLst/>
          </a:prstGeom>
          <a:noFill/>
          <a:ln>
            <a:noFill/>
          </a:ln>
        </p:spPr>
        <p:txBody>
          <a:bodyPr spcFirstLastPara="1" wrap="square" lIns="91425" tIns="45700" rIns="91425" bIns="45700" anchor="ctr" anchorCtr="0">
            <a:norm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60" name="Google Shape;60;p23"/>
          <p:cNvSpPr txBox="1">
            <a:spLocks noGrp="1"/>
          </p:cNvSpPr>
          <p:nvPr>
            <p:ph type="body" idx="2"/>
          </p:nvPr>
        </p:nvSpPr>
        <p:spPr>
          <a:xfrm>
            <a:off x="685800" y="3124199"/>
            <a:ext cx="4114800" cy="3094485"/>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600"/>
              <a:buNone/>
              <a:defRPr sz="1600"/>
            </a:lvl1pPr>
            <a:lvl2pPr marL="914400" lvl="1" indent="-228600" algn="l">
              <a:lnSpc>
                <a:spcPct val="90000"/>
              </a:lnSpc>
              <a:spcBef>
                <a:spcPts val="500"/>
              </a:spcBef>
              <a:spcAft>
                <a:spcPts val="0"/>
              </a:spcAft>
              <a:buClr>
                <a:schemeClr val="lt1"/>
              </a:buClr>
              <a:buSzPts val="1400"/>
              <a:buNone/>
              <a:defRPr sz="1400"/>
            </a:lvl2pPr>
            <a:lvl3pPr marL="1371600" lvl="2" indent="-228600" algn="l">
              <a:lnSpc>
                <a:spcPct val="90000"/>
              </a:lnSpc>
              <a:spcBef>
                <a:spcPts val="500"/>
              </a:spcBef>
              <a:spcAft>
                <a:spcPts val="0"/>
              </a:spcAft>
              <a:buClr>
                <a:schemeClr val="lt1"/>
              </a:buClr>
              <a:buSzPts val="1200"/>
              <a:buNone/>
              <a:defRPr sz="1200"/>
            </a:lvl3pPr>
            <a:lvl4pPr marL="1828800" lvl="3" indent="-228600" algn="l">
              <a:lnSpc>
                <a:spcPct val="90000"/>
              </a:lnSpc>
              <a:spcBef>
                <a:spcPts val="500"/>
              </a:spcBef>
              <a:spcAft>
                <a:spcPts val="0"/>
              </a:spcAft>
              <a:buClr>
                <a:schemeClr val="lt1"/>
              </a:buClr>
              <a:buSzPts val="1000"/>
              <a:buNone/>
              <a:defRPr sz="1000"/>
            </a:lvl4pPr>
            <a:lvl5pPr marL="2286000" lvl="4" indent="-228600" algn="l">
              <a:lnSpc>
                <a:spcPct val="90000"/>
              </a:lnSpc>
              <a:spcBef>
                <a:spcPts val="500"/>
              </a:spcBef>
              <a:spcAft>
                <a:spcPts val="0"/>
              </a:spcAft>
              <a:buClr>
                <a:schemeClr val="lt1"/>
              </a:buClr>
              <a:buSzPts val="1000"/>
              <a:buNone/>
              <a:defRPr sz="1000"/>
            </a:lvl5pPr>
            <a:lvl6pPr marL="2743200" lvl="5" indent="-228600" algn="l">
              <a:lnSpc>
                <a:spcPct val="90000"/>
              </a:lnSpc>
              <a:spcBef>
                <a:spcPts val="500"/>
              </a:spcBef>
              <a:spcAft>
                <a:spcPts val="0"/>
              </a:spcAft>
              <a:buClr>
                <a:schemeClr val="lt1"/>
              </a:buClr>
              <a:buSzPts val="1000"/>
              <a:buNone/>
              <a:defRPr sz="1000"/>
            </a:lvl6pPr>
            <a:lvl7pPr marL="3200400" lvl="6" indent="-228600" algn="l">
              <a:lnSpc>
                <a:spcPct val="90000"/>
              </a:lnSpc>
              <a:spcBef>
                <a:spcPts val="500"/>
              </a:spcBef>
              <a:spcAft>
                <a:spcPts val="0"/>
              </a:spcAft>
              <a:buClr>
                <a:schemeClr val="lt1"/>
              </a:buClr>
              <a:buSzPts val="1000"/>
              <a:buNone/>
              <a:defRPr sz="1000"/>
            </a:lvl7pPr>
            <a:lvl8pPr marL="3657600" lvl="7" indent="-228600" algn="l">
              <a:lnSpc>
                <a:spcPct val="90000"/>
              </a:lnSpc>
              <a:spcBef>
                <a:spcPts val="500"/>
              </a:spcBef>
              <a:spcAft>
                <a:spcPts val="0"/>
              </a:spcAft>
              <a:buClr>
                <a:schemeClr val="lt1"/>
              </a:buClr>
              <a:buSzPts val="1000"/>
              <a:buNone/>
              <a:defRPr sz="1000"/>
            </a:lvl8pPr>
            <a:lvl9pPr marL="4114800" lvl="8" indent="-228600" algn="l">
              <a:lnSpc>
                <a:spcPct val="90000"/>
              </a:lnSpc>
              <a:spcBef>
                <a:spcPts val="500"/>
              </a:spcBef>
              <a:spcAft>
                <a:spcPts val="0"/>
              </a:spcAft>
              <a:buClr>
                <a:schemeClr val="lt1"/>
              </a:buClr>
              <a:buSzPts val="1000"/>
              <a:buNone/>
              <a:defRPr sz="1000"/>
            </a:lvl9pPr>
          </a:lstStyle>
          <a:p>
            <a:endParaRPr/>
          </a:p>
        </p:txBody>
      </p:sp>
      <p:sp>
        <p:nvSpPr>
          <p:cNvPr id="61" name="Google Shape;61;p23"/>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2" name="Google Shape;62;p23"/>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p23"/>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4"/>
        <p:cNvGrpSpPr/>
        <p:nvPr/>
      </p:nvGrpSpPr>
      <p:grpSpPr>
        <a:xfrm>
          <a:off x="0" y="0"/>
          <a:ext cx="0" cy="0"/>
          <a:chOff x="0" y="0"/>
          <a:chExt cx="0" cy="0"/>
        </a:xfrm>
      </p:grpSpPr>
      <p:sp>
        <p:nvSpPr>
          <p:cNvPr id="65" name="Google Shape;65;p24"/>
          <p:cNvSpPr txBox="1">
            <a:spLocks noGrp="1"/>
          </p:cNvSpPr>
          <p:nvPr>
            <p:ph type="title"/>
          </p:nvPr>
        </p:nvSpPr>
        <p:spPr>
          <a:xfrm>
            <a:off x="685800" y="1524000"/>
            <a:ext cx="6873240"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lt1"/>
              </a:buClr>
              <a:buSzPts val="3200"/>
              <a:buFont typeface="Century Gothic"/>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6" name="Google Shape;66;p24"/>
          <p:cNvSpPr>
            <a:spLocks noGrp="1"/>
          </p:cNvSpPr>
          <p:nvPr>
            <p:ph type="pic" idx="2"/>
          </p:nvPr>
        </p:nvSpPr>
        <p:spPr>
          <a:xfrm>
            <a:off x="7861238" y="751241"/>
            <a:ext cx="3644962" cy="5467443"/>
          </a:xfrm>
          <a:prstGeom prst="rect">
            <a:avLst/>
          </a:prstGeom>
          <a:noFill/>
          <a:ln>
            <a:noFill/>
          </a:ln>
        </p:spPr>
        <p:txBody>
          <a:bodyPr spcFirstLastPara="1" wrap="square" lIns="91425" tIns="45700" rIns="91425" bIns="45700" anchor="t" anchorCtr="0">
            <a:normAutofit/>
          </a:bodyPr>
          <a:lstStyle>
            <a:lvl1pPr marR="0" lvl="0" algn="l" rtl="0">
              <a:lnSpc>
                <a:spcPct val="90000"/>
              </a:lnSpc>
              <a:spcBef>
                <a:spcPts val="1000"/>
              </a:spcBef>
              <a:spcAft>
                <a:spcPts val="0"/>
              </a:spcAft>
              <a:buClr>
                <a:schemeClr val="lt1"/>
              </a:buClr>
              <a:buSzPts val="3200"/>
              <a:buFont typeface="Arial"/>
              <a:buNone/>
              <a:defRPr sz="3200" b="0" i="0" u="none" strike="noStrike" cap="none">
                <a:solidFill>
                  <a:schemeClr val="lt1"/>
                </a:solidFill>
                <a:latin typeface="Century Gothic"/>
                <a:ea typeface="Century Gothic"/>
                <a:cs typeface="Century Gothic"/>
                <a:sym typeface="Century Gothic"/>
              </a:defRPr>
            </a:lvl1pPr>
            <a:lvl2pPr marR="0" lvl="1" algn="l" rtl="0">
              <a:lnSpc>
                <a:spcPct val="90000"/>
              </a:lnSpc>
              <a:spcBef>
                <a:spcPts val="500"/>
              </a:spcBef>
              <a:spcAft>
                <a:spcPts val="0"/>
              </a:spcAft>
              <a:buClr>
                <a:schemeClr val="lt1"/>
              </a:buClr>
              <a:buSzPts val="2800"/>
              <a:buFont typeface="Arial"/>
              <a:buNone/>
              <a:defRPr sz="2800" b="0" i="0" u="none" strike="noStrike" cap="none">
                <a:solidFill>
                  <a:schemeClr val="lt1"/>
                </a:solidFill>
                <a:latin typeface="Century Gothic"/>
                <a:ea typeface="Century Gothic"/>
                <a:cs typeface="Century Gothic"/>
                <a:sym typeface="Century Gothic"/>
              </a:defRPr>
            </a:lvl2pPr>
            <a:lvl3pPr marR="0" lvl="2" algn="l" rtl="0">
              <a:lnSpc>
                <a:spcPct val="90000"/>
              </a:lnSpc>
              <a:spcBef>
                <a:spcPts val="500"/>
              </a:spcBef>
              <a:spcAft>
                <a:spcPts val="0"/>
              </a:spcAft>
              <a:buClr>
                <a:schemeClr val="lt1"/>
              </a:buClr>
              <a:buSzPts val="2400"/>
              <a:buFont typeface="Arial"/>
              <a:buNone/>
              <a:defRPr sz="2400" b="0" i="0" u="none" strike="noStrike" cap="none">
                <a:solidFill>
                  <a:schemeClr val="lt1"/>
                </a:solidFill>
                <a:latin typeface="Century Gothic"/>
                <a:ea typeface="Century Gothic"/>
                <a:cs typeface="Century Gothic"/>
                <a:sym typeface="Century Gothic"/>
              </a:defRPr>
            </a:lvl3pPr>
            <a:lvl4pPr marR="0" lvl="3"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4pPr>
            <a:lvl5pPr marR="0" lvl="4"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5pPr>
            <a:lvl6pPr marR="0" lvl="5"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6pPr>
            <a:lvl7pPr marR="0" lvl="6"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7pPr>
            <a:lvl8pPr marR="0" lvl="7"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8pPr>
            <a:lvl9pPr marR="0" lvl="8"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9pPr>
          </a:lstStyle>
          <a:p>
            <a:endParaRPr/>
          </a:p>
        </p:txBody>
      </p:sp>
      <p:sp>
        <p:nvSpPr>
          <p:cNvPr id="67" name="Google Shape;67;p24"/>
          <p:cNvSpPr txBox="1">
            <a:spLocks noGrp="1"/>
          </p:cNvSpPr>
          <p:nvPr>
            <p:ph type="body" idx="1"/>
          </p:nvPr>
        </p:nvSpPr>
        <p:spPr>
          <a:xfrm>
            <a:off x="685800" y="3124199"/>
            <a:ext cx="6873240" cy="3094485"/>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600"/>
              <a:buNone/>
              <a:defRPr sz="1600"/>
            </a:lvl1pPr>
            <a:lvl2pPr marL="914400" lvl="1" indent="-228600" algn="l">
              <a:lnSpc>
                <a:spcPct val="90000"/>
              </a:lnSpc>
              <a:spcBef>
                <a:spcPts val="500"/>
              </a:spcBef>
              <a:spcAft>
                <a:spcPts val="0"/>
              </a:spcAft>
              <a:buClr>
                <a:schemeClr val="lt1"/>
              </a:buClr>
              <a:buSzPts val="1400"/>
              <a:buNone/>
              <a:defRPr sz="1400"/>
            </a:lvl2pPr>
            <a:lvl3pPr marL="1371600" lvl="2" indent="-228600" algn="l">
              <a:lnSpc>
                <a:spcPct val="90000"/>
              </a:lnSpc>
              <a:spcBef>
                <a:spcPts val="500"/>
              </a:spcBef>
              <a:spcAft>
                <a:spcPts val="0"/>
              </a:spcAft>
              <a:buClr>
                <a:schemeClr val="lt1"/>
              </a:buClr>
              <a:buSzPts val="1200"/>
              <a:buNone/>
              <a:defRPr sz="1200"/>
            </a:lvl3pPr>
            <a:lvl4pPr marL="1828800" lvl="3" indent="-228600" algn="l">
              <a:lnSpc>
                <a:spcPct val="90000"/>
              </a:lnSpc>
              <a:spcBef>
                <a:spcPts val="500"/>
              </a:spcBef>
              <a:spcAft>
                <a:spcPts val="0"/>
              </a:spcAft>
              <a:buClr>
                <a:schemeClr val="lt1"/>
              </a:buClr>
              <a:buSzPts val="1000"/>
              <a:buNone/>
              <a:defRPr sz="1000"/>
            </a:lvl4pPr>
            <a:lvl5pPr marL="2286000" lvl="4" indent="-228600" algn="l">
              <a:lnSpc>
                <a:spcPct val="90000"/>
              </a:lnSpc>
              <a:spcBef>
                <a:spcPts val="500"/>
              </a:spcBef>
              <a:spcAft>
                <a:spcPts val="0"/>
              </a:spcAft>
              <a:buClr>
                <a:schemeClr val="lt1"/>
              </a:buClr>
              <a:buSzPts val="1000"/>
              <a:buNone/>
              <a:defRPr sz="1000"/>
            </a:lvl5pPr>
            <a:lvl6pPr marL="2743200" lvl="5" indent="-228600" algn="l">
              <a:lnSpc>
                <a:spcPct val="90000"/>
              </a:lnSpc>
              <a:spcBef>
                <a:spcPts val="500"/>
              </a:spcBef>
              <a:spcAft>
                <a:spcPts val="0"/>
              </a:spcAft>
              <a:buClr>
                <a:schemeClr val="lt1"/>
              </a:buClr>
              <a:buSzPts val="1000"/>
              <a:buNone/>
              <a:defRPr sz="1000"/>
            </a:lvl6pPr>
            <a:lvl7pPr marL="3200400" lvl="6" indent="-228600" algn="l">
              <a:lnSpc>
                <a:spcPct val="90000"/>
              </a:lnSpc>
              <a:spcBef>
                <a:spcPts val="500"/>
              </a:spcBef>
              <a:spcAft>
                <a:spcPts val="0"/>
              </a:spcAft>
              <a:buClr>
                <a:schemeClr val="lt1"/>
              </a:buClr>
              <a:buSzPts val="1000"/>
              <a:buNone/>
              <a:defRPr sz="1000"/>
            </a:lvl7pPr>
            <a:lvl8pPr marL="3657600" lvl="7" indent="-228600" algn="l">
              <a:lnSpc>
                <a:spcPct val="90000"/>
              </a:lnSpc>
              <a:spcBef>
                <a:spcPts val="500"/>
              </a:spcBef>
              <a:spcAft>
                <a:spcPts val="0"/>
              </a:spcAft>
              <a:buClr>
                <a:schemeClr val="lt1"/>
              </a:buClr>
              <a:buSzPts val="1000"/>
              <a:buNone/>
              <a:defRPr sz="1000"/>
            </a:lvl8pPr>
            <a:lvl9pPr marL="4114800" lvl="8" indent="-228600" algn="l">
              <a:lnSpc>
                <a:spcPct val="90000"/>
              </a:lnSpc>
              <a:spcBef>
                <a:spcPts val="500"/>
              </a:spcBef>
              <a:spcAft>
                <a:spcPts val="0"/>
              </a:spcAft>
              <a:buClr>
                <a:schemeClr val="lt1"/>
              </a:buClr>
              <a:buSzPts val="1000"/>
              <a:buNone/>
              <a:defRPr sz="1000"/>
            </a:lvl9pPr>
          </a:lstStyle>
          <a:p>
            <a:endParaRPr/>
          </a:p>
        </p:txBody>
      </p:sp>
      <p:sp>
        <p:nvSpPr>
          <p:cNvPr id="68" name="Google Shape;68;p24"/>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9" name="Google Shape;69;p24"/>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24"/>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anoramic Picture with Caption">
  <p:cSld name="Panoramic Picture with Caption">
    <p:spTree>
      <p:nvGrpSpPr>
        <p:cNvPr id="1" name="Shape 71"/>
        <p:cNvGrpSpPr/>
        <p:nvPr/>
      </p:nvGrpSpPr>
      <p:grpSpPr>
        <a:xfrm>
          <a:off x="0" y="0"/>
          <a:ext cx="0" cy="0"/>
          <a:chOff x="0" y="0"/>
          <a:chExt cx="0" cy="0"/>
        </a:xfrm>
      </p:grpSpPr>
      <p:sp>
        <p:nvSpPr>
          <p:cNvPr id="72" name="Google Shape;72;p25"/>
          <p:cNvSpPr txBox="1">
            <a:spLocks noGrp="1"/>
          </p:cNvSpPr>
          <p:nvPr>
            <p:ph type="title"/>
          </p:nvPr>
        </p:nvSpPr>
        <p:spPr>
          <a:xfrm>
            <a:off x="685777" y="4697360"/>
            <a:ext cx="10822034" cy="819355"/>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lt1"/>
              </a:buClr>
              <a:buSzPts val="3200"/>
              <a:buFont typeface="Century Gothic"/>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3" name="Google Shape;73;p25"/>
          <p:cNvSpPr>
            <a:spLocks noGrp="1"/>
          </p:cNvSpPr>
          <p:nvPr>
            <p:ph type="pic" idx="2"/>
          </p:nvPr>
        </p:nvSpPr>
        <p:spPr>
          <a:xfrm>
            <a:off x="681727" y="941439"/>
            <a:ext cx="10821840" cy="3478161"/>
          </a:xfrm>
          <a:prstGeom prst="rect">
            <a:avLst/>
          </a:prstGeom>
          <a:noFill/>
          <a:ln>
            <a:noFill/>
          </a:ln>
        </p:spPr>
        <p:txBody>
          <a:bodyPr spcFirstLastPara="1" wrap="square" lIns="91425" tIns="45700" rIns="91425" bIns="45700" anchor="t" anchorCtr="0">
            <a:normAutofit/>
          </a:bodyPr>
          <a:lstStyle>
            <a:lvl1pPr marR="0" lvl="0" algn="l" rtl="0">
              <a:lnSpc>
                <a:spcPct val="90000"/>
              </a:lnSpc>
              <a:spcBef>
                <a:spcPts val="1000"/>
              </a:spcBef>
              <a:spcAft>
                <a:spcPts val="0"/>
              </a:spcAft>
              <a:buClr>
                <a:schemeClr val="lt1"/>
              </a:buClr>
              <a:buSzPts val="3200"/>
              <a:buFont typeface="Arial"/>
              <a:buNone/>
              <a:defRPr sz="3200" b="0" i="0" u="none" strike="noStrike" cap="none">
                <a:solidFill>
                  <a:schemeClr val="lt1"/>
                </a:solidFill>
                <a:latin typeface="Century Gothic"/>
                <a:ea typeface="Century Gothic"/>
                <a:cs typeface="Century Gothic"/>
                <a:sym typeface="Century Gothic"/>
              </a:defRPr>
            </a:lvl1pPr>
            <a:lvl2pPr marR="0" lvl="1" algn="l" rtl="0">
              <a:lnSpc>
                <a:spcPct val="90000"/>
              </a:lnSpc>
              <a:spcBef>
                <a:spcPts val="500"/>
              </a:spcBef>
              <a:spcAft>
                <a:spcPts val="0"/>
              </a:spcAft>
              <a:buClr>
                <a:schemeClr val="lt1"/>
              </a:buClr>
              <a:buSzPts val="2800"/>
              <a:buFont typeface="Arial"/>
              <a:buNone/>
              <a:defRPr sz="2800" b="0" i="0" u="none" strike="noStrike" cap="none">
                <a:solidFill>
                  <a:schemeClr val="lt1"/>
                </a:solidFill>
                <a:latin typeface="Century Gothic"/>
                <a:ea typeface="Century Gothic"/>
                <a:cs typeface="Century Gothic"/>
                <a:sym typeface="Century Gothic"/>
              </a:defRPr>
            </a:lvl2pPr>
            <a:lvl3pPr marR="0" lvl="2" algn="l" rtl="0">
              <a:lnSpc>
                <a:spcPct val="90000"/>
              </a:lnSpc>
              <a:spcBef>
                <a:spcPts val="500"/>
              </a:spcBef>
              <a:spcAft>
                <a:spcPts val="0"/>
              </a:spcAft>
              <a:buClr>
                <a:schemeClr val="lt1"/>
              </a:buClr>
              <a:buSzPts val="2400"/>
              <a:buFont typeface="Arial"/>
              <a:buNone/>
              <a:defRPr sz="2400" b="0" i="0" u="none" strike="noStrike" cap="none">
                <a:solidFill>
                  <a:schemeClr val="lt1"/>
                </a:solidFill>
                <a:latin typeface="Century Gothic"/>
                <a:ea typeface="Century Gothic"/>
                <a:cs typeface="Century Gothic"/>
                <a:sym typeface="Century Gothic"/>
              </a:defRPr>
            </a:lvl3pPr>
            <a:lvl4pPr marR="0" lvl="3"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4pPr>
            <a:lvl5pPr marR="0" lvl="4"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5pPr>
            <a:lvl6pPr marR="0" lvl="5"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6pPr>
            <a:lvl7pPr marR="0" lvl="6"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7pPr>
            <a:lvl8pPr marR="0" lvl="7"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8pPr>
            <a:lvl9pPr marR="0" lvl="8"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9pPr>
          </a:lstStyle>
          <a:p>
            <a:endParaRPr/>
          </a:p>
        </p:txBody>
      </p:sp>
      <p:sp>
        <p:nvSpPr>
          <p:cNvPr id="74" name="Google Shape;74;p25"/>
          <p:cNvSpPr txBox="1">
            <a:spLocks noGrp="1"/>
          </p:cNvSpPr>
          <p:nvPr>
            <p:ph type="body" idx="1"/>
          </p:nvPr>
        </p:nvSpPr>
        <p:spPr>
          <a:xfrm>
            <a:off x="685800" y="5516715"/>
            <a:ext cx="10820400" cy="701969"/>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600"/>
              <a:buNone/>
              <a:defRPr sz="1600"/>
            </a:lvl1pPr>
            <a:lvl2pPr marL="914400" lvl="1" indent="-228600" algn="l">
              <a:lnSpc>
                <a:spcPct val="90000"/>
              </a:lnSpc>
              <a:spcBef>
                <a:spcPts val="500"/>
              </a:spcBef>
              <a:spcAft>
                <a:spcPts val="0"/>
              </a:spcAft>
              <a:buClr>
                <a:schemeClr val="lt1"/>
              </a:buClr>
              <a:buSzPts val="1400"/>
              <a:buNone/>
              <a:defRPr sz="1400"/>
            </a:lvl2pPr>
            <a:lvl3pPr marL="1371600" lvl="2" indent="-228600" algn="l">
              <a:lnSpc>
                <a:spcPct val="90000"/>
              </a:lnSpc>
              <a:spcBef>
                <a:spcPts val="500"/>
              </a:spcBef>
              <a:spcAft>
                <a:spcPts val="0"/>
              </a:spcAft>
              <a:buClr>
                <a:schemeClr val="lt1"/>
              </a:buClr>
              <a:buSzPts val="1200"/>
              <a:buNone/>
              <a:defRPr sz="1200"/>
            </a:lvl3pPr>
            <a:lvl4pPr marL="1828800" lvl="3" indent="-228600" algn="l">
              <a:lnSpc>
                <a:spcPct val="90000"/>
              </a:lnSpc>
              <a:spcBef>
                <a:spcPts val="500"/>
              </a:spcBef>
              <a:spcAft>
                <a:spcPts val="0"/>
              </a:spcAft>
              <a:buClr>
                <a:schemeClr val="lt1"/>
              </a:buClr>
              <a:buSzPts val="1000"/>
              <a:buNone/>
              <a:defRPr sz="1000"/>
            </a:lvl4pPr>
            <a:lvl5pPr marL="2286000" lvl="4" indent="-228600" algn="l">
              <a:lnSpc>
                <a:spcPct val="90000"/>
              </a:lnSpc>
              <a:spcBef>
                <a:spcPts val="500"/>
              </a:spcBef>
              <a:spcAft>
                <a:spcPts val="0"/>
              </a:spcAft>
              <a:buClr>
                <a:schemeClr val="lt1"/>
              </a:buClr>
              <a:buSzPts val="1000"/>
              <a:buNone/>
              <a:defRPr sz="1000"/>
            </a:lvl5pPr>
            <a:lvl6pPr marL="2743200" lvl="5" indent="-228600" algn="l">
              <a:lnSpc>
                <a:spcPct val="90000"/>
              </a:lnSpc>
              <a:spcBef>
                <a:spcPts val="500"/>
              </a:spcBef>
              <a:spcAft>
                <a:spcPts val="0"/>
              </a:spcAft>
              <a:buClr>
                <a:schemeClr val="lt1"/>
              </a:buClr>
              <a:buSzPts val="1000"/>
              <a:buNone/>
              <a:defRPr sz="1000"/>
            </a:lvl6pPr>
            <a:lvl7pPr marL="3200400" lvl="6" indent="-228600" algn="l">
              <a:lnSpc>
                <a:spcPct val="90000"/>
              </a:lnSpc>
              <a:spcBef>
                <a:spcPts val="500"/>
              </a:spcBef>
              <a:spcAft>
                <a:spcPts val="0"/>
              </a:spcAft>
              <a:buClr>
                <a:schemeClr val="lt1"/>
              </a:buClr>
              <a:buSzPts val="1000"/>
              <a:buNone/>
              <a:defRPr sz="1000"/>
            </a:lvl7pPr>
            <a:lvl8pPr marL="3657600" lvl="7" indent="-228600" algn="l">
              <a:lnSpc>
                <a:spcPct val="90000"/>
              </a:lnSpc>
              <a:spcBef>
                <a:spcPts val="500"/>
              </a:spcBef>
              <a:spcAft>
                <a:spcPts val="0"/>
              </a:spcAft>
              <a:buClr>
                <a:schemeClr val="lt1"/>
              </a:buClr>
              <a:buSzPts val="1000"/>
              <a:buNone/>
              <a:defRPr sz="1000"/>
            </a:lvl8pPr>
            <a:lvl9pPr marL="4114800" lvl="8" indent="-228600" algn="l">
              <a:lnSpc>
                <a:spcPct val="90000"/>
              </a:lnSpc>
              <a:spcBef>
                <a:spcPts val="500"/>
              </a:spcBef>
              <a:spcAft>
                <a:spcPts val="0"/>
              </a:spcAft>
              <a:buClr>
                <a:schemeClr val="lt1"/>
              </a:buClr>
              <a:buSzPts val="1000"/>
              <a:buNone/>
              <a:defRPr sz="1000"/>
            </a:lvl9pPr>
          </a:lstStyle>
          <a:p>
            <a:endParaRPr/>
          </a:p>
        </p:txBody>
      </p:sp>
      <p:sp>
        <p:nvSpPr>
          <p:cNvPr id="75" name="Google Shape;75;p25"/>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6" name="Google Shape;76;p25"/>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7" name="Google Shape;77;p25"/>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matchingName="Title and Caption">
  <p:cSld name="Title and Caption">
    <p:spTree>
      <p:nvGrpSpPr>
        <p:cNvPr id="1" name="Shape 78"/>
        <p:cNvGrpSpPr/>
        <p:nvPr/>
      </p:nvGrpSpPr>
      <p:grpSpPr>
        <a:xfrm>
          <a:off x="0" y="0"/>
          <a:ext cx="0" cy="0"/>
          <a:chOff x="0" y="0"/>
          <a:chExt cx="0" cy="0"/>
        </a:xfrm>
      </p:grpSpPr>
      <p:pic>
        <p:nvPicPr>
          <p:cNvPr id="79" name="Google Shape;79;p26" descr="C0-HD-BTM.png"/>
          <p:cNvPicPr preferRelativeResize="0"/>
          <p:nvPr/>
        </p:nvPicPr>
        <p:blipFill rotWithShape="1">
          <a:blip r:embed="rId2">
            <a:alphaModFix/>
          </a:blip>
          <a:srcRect/>
          <a:stretch/>
        </p:blipFill>
        <p:spPr>
          <a:xfrm>
            <a:off x="0" y="4375150"/>
            <a:ext cx="12192000" cy="2482850"/>
          </a:xfrm>
          <a:prstGeom prst="rect">
            <a:avLst/>
          </a:prstGeom>
          <a:noFill/>
          <a:ln>
            <a:noFill/>
          </a:ln>
        </p:spPr>
      </p:pic>
      <p:sp>
        <p:nvSpPr>
          <p:cNvPr id="80" name="Google Shape;80;p26"/>
          <p:cNvSpPr txBox="1">
            <a:spLocks noGrp="1"/>
          </p:cNvSpPr>
          <p:nvPr>
            <p:ph type="title"/>
          </p:nvPr>
        </p:nvSpPr>
        <p:spPr>
          <a:xfrm>
            <a:off x="685800" y="753532"/>
            <a:ext cx="10820400" cy="2802467"/>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lt1"/>
              </a:buClr>
              <a:buSzPts val="3200"/>
              <a:buFont typeface="Century Gothic"/>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1" name="Google Shape;81;p26"/>
          <p:cNvSpPr txBox="1">
            <a:spLocks noGrp="1"/>
          </p:cNvSpPr>
          <p:nvPr>
            <p:ph type="body" idx="1"/>
          </p:nvPr>
        </p:nvSpPr>
        <p:spPr>
          <a:xfrm>
            <a:off x="1024467" y="3649133"/>
            <a:ext cx="10130516" cy="999067"/>
          </a:xfrm>
          <a:prstGeom prst="rect">
            <a:avLst/>
          </a:prstGeom>
          <a:noFill/>
          <a:ln>
            <a:noFill/>
          </a:ln>
        </p:spPr>
        <p:txBody>
          <a:bodyPr spcFirstLastPara="1" wrap="square" lIns="91425" tIns="45700" rIns="91425" bIns="45700" anchor="ctr" anchorCtr="0">
            <a:normAutofit/>
          </a:bodyPr>
          <a:lstStyle>
            <a:lvl1pPr marL="457200" lvl="0" indent="-228600" algn="l">
              <a:lnSpc>
                <a:spcPct val="90000"/>
              </a:lnSpc>
              <a:spcBef>
                <a:spcPts val="1000"/>
              </a:spcBef>
              <a:spcAft>
                <a:spcPts val="0"/>
              </a:spcAft>
              <a:buClr>
                <a:schemeClr val="lt1"/>
              </a:buClr>
              <a:buSzPts val="1600"/>
              <a:buNone/>
              <a:defRPr sz="1600"/>
            </a:lvl1pPr>
            <a:lvl2pPr marL="914400" lvl="1" indent="-228600" algn="l">
              <a:lnSpc>
                <a:spcPct val="90000"/>
              </a:lnSpc>
              <a:spcBef>
                <a:spcPts val="500"/>
              </a:spcBef>
              <a:spcAft>
                <a:spcPts val="0"/>
              </a:spcAft>
              <a:buClr>
                <a:schemeClr val="lt1"/>
              </a:buClr>
              <a:buSzPts val="1400"/>
              <a:buNone/>
              <a:defRPr sz="1400"/>
            </a:lvl2pPr>
            <a:lvl3pPr marL="1371600" lvl="2" indent="-228600" algn="l">
              <a:lnSpc>
                <a:spcPct val="90000"/>
              </a:lnSpc>
              <a:spcBef>
                <a:spcPts val="500"/>
              </a:spcBef>
              <a:spcAft>
                <a:spcPts val="0"/>
              </a:spcAft>
              <a:buClr>
                <a:schemeClr val="lt1"/>
              </a:buClr>
              <a:buSzPts val="1200"/>
              <a:buNone/>
              <a:defRPr sz="1200"/>
            </a:lvl3pPr>
            <a:lvl4pPr marL="1828800" lvl="3" indent="-228600" algn="l">
              <a:lnSpc>
                <a:spcPct val="90000"/>
              </a:lnSpc>
              <a:spcBef>
                <a:spcPts val="500"/>
              </a:spcBef>
              <a:spcAft>
                <a:spcPts val="0"/>
              </a:spcAft>
              <a:buClr>
                <a:schemeClr val="lt1"/>
              </a:buClr>
              <a:buSzPts val="1000"/>
              <a:buNone/>
              <a:defRPr sz="1000"/>
            </a:lvl4pPr>
            <a:lvl5pPr marL="2286000" lvl="4" indent="-228600" algn="l">
              <a:lnSpc>
                <a:spcPct val="90000"/>
              </a:lnSpc>
              <a:spcBef>
                <a:spcPts val="500"/>
              </a:spcBef>
              <a:spcAft>
                <a:spcPts val="0"/>
              </a:spcAft>
              <a:buClr>
                <a:schemeClr val="lt1"/>
              </a:buClr>
              <a:buSzPts val="1000"/>
              <a:buNone/>
              <a:defRPr sz="1000"/>
            </a:lvl5pPr>
            <a:lvl6pPr marL="2743200" lvl="5" indent="-228600" algn="l">
              <a:lnSpc>
                <a:spcPct val="90000"/>
              </a:lnSpc>
              <a:spcBef>
                <a:spcPts val="500"/>
              </a:spcBef>
              <a:spcAft>
                <a:spcPts val="0"/>
              </a:spcAft>
              <a:buClr>
                <a:schemeClr val="lt1"/>
              </a:buClr>
              <a:buSzPts val="1000"/>
              <a:buNone/>
              <a:defRPr sz="1000"/>
            </a:lvl6pPr>
            <a:lvl7pPr marL="3200400" lvl="6" indent="-228600" algn="l">
              <a:lnSpc>
                <a:spcPct val="90000"/>
              </a:lnSpc>
              <a:spcBef>
                <a:spcPts val="500"/>
              </a:spcBef>
              <a:spcAft>
                <a:spcPts val="0"/>
              </a:spcAft>
              <a:buClr>
                <a:schemeClr val="lt1"/>
              </a:buClr>
              <a:buSzPts val="1000"/>
              <a:buNone/>
              <a:defRPr sz="1000"/>
            </a:lvl7pPr>
            <a:lvl8pPr marL="3657600" lvl="7" indent="-228600" algn="l">
              <a:lnSpc>
                <a:spcPct val="90000"/>
              </a:lnSpc>
              <a:spcBef>
                <a:spcPts val="500"/>
              </a:spcBef>
              <a:spcAft>
                <a:spcPts val="0"/>
              </a:spcAft>
              <a:buClr>
                <a:schemeClr val="lt1"/>
              </a:buClr>
              <a:buSzPts val="1000"/>
              <a:buNone/>
              <a:defRPr sz="1000"/>
            </a:lvl8pPr>
            <a:lvl9pPr marL="4114800" lvl="8" indent="-228600" algn="l">
              <a:lnSpc>
                <a:spcPct val="90000"/>
              </a:lnSpc>
              <a:spcBef>
                <a:spcPts val="500"/>
              </a:spcBef>
              <a:spcAft>
                <a:spcPts val="0"/>
              </a:spcAft>
              <a:buClr>
                <a:schemeClr val="lt1"/>
              </a:buClr>
              <a:buSzPts val="1000"/>
              <a:buNone/>
              <a:defRPr sz="1000"/>
            </a:lvl9pPr>
          </a:lstStyle>
          <a:p>
            <a:endParaRPr/>
          </a:p>
        </p:txBody>
      </p:sp>
      <p:sp>
        <p:nvSpPr>
          <p:cNvPr id="82" name="Google Shape;82;p26"/>
          <p:cNvSpPr txBox="1">
            <a:spLocks noGrp="1"/>
          </p:cNvSpPr>
          <p:nvPr>
            <p:ph type="dt" idx="10"/>
          </p:nvPr>
        </p:nvSpPr>
        <p:spPr>
          <a:xfrm>
            <a:off x="7814452" y="38100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3" name="Google Shape;83;p26"/>
          <p:cNvSpPr txBox="1">
            <a:spLocks noGrp="1"/>
          </p:cNvSpPr>
          <p:nvPr>
            <p:ph type="ftr" idx="11"/>
          </p:nvPr>
        </p:nvSpPr>
        <p:spPr>
          <a:xfrm>
            <a:off x="685800" y="379941"/>
            <a:ext cx="6991492"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4" name="Google Shape;84;p26"/>
          <p:cNvSpPr txBox="1">
            <a:spLocks noGrp="1"/>
          </p:cNvSpPr>
          <p:nvPr>
            <p:ph type="sldNum" idx="12"/>
          </p:nvPr>
        </p:nvSpPr>
        <p:spPr>
          <a:xfrm>
            <a:off x="10862452" y="381000"/>
            <a:ext cx="643748"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matchingName="Quote with Caption">
  <p:cSld name="Quote with Caption">
    <p:spTree>
      <p:nvGrpSpPr>
        <p:cNvPr id="1" name="Shape 85"/>
        <p:cNvGrpSpPr/>
        <p:nvPr/>
      </p:nvGrpSpPr>
      <p:grpSpPr>
        <a:xfrm>
          <a:off x="0" y="0"/>
          <a:ext cx="0" cy="0"/>
          <a:chOff x="0" y="0"/>
          <a:chExt cx="0" cy="0"/>
        </a:xfrm>
      </p:grpSpPr>
      <p:pic>
        <p:nvPicPr>
          <p:cNvPr id="86" name="Google Shape;86;p27" descr="C0-HD-BTM.png"/>
          <p:cNvPicPr preferRelativeResize="0"/>
          <p:nvPr/>
        </p:nvPicPr>
        <p:blipFill rotWithShape="1">
          <a:blip r:embed="rId2">
            <a:alphaModFix/>
          </a:blip>
          <a:srcRect/>
          <a:stretch/>
        </p:blipFill>
        <p:spPr>
          <a:xfrm>
            <a:off x="0" y="4375150"/>
            <a:ext cx="12192000" cy="2482850"/>
          </a:xfrm>
          <a:prstGeom prst="rect">
            <a:avLst/>
          </a:prstGeom>
          <a:noFill/>
          <a:ln>
            <a:noFill/>
          </a:ln>
        </p:spPr>
      </p:pic>
      <p:sp>
        <p:nvSpPr>
          <p:cNvPr id="87" name="Google Shape;87;p27"/>
          <p:cNvSpPr txBox="1">
            <a:spLocks noGrp="1"/>
          </p:cNvSpPr>
          <p:nvPr>
            <p:ph type="title"/>
          </p:nvPr>
        </p:nvSpPr>
        <p:spPr>
          <a:xfrm>
            <a:off x="1024467" y="753533"/>
            <a:ext cx="10151533" cy="2604495"/>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lt1"/>
              </a:buClr>
              <a:buSzPts val="3200"/>
              <a:buFont typeface="Century Gothic"/>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8" name="Google Shape;88;p27"/>
          <p:cNvSpPr txBox="1">
            <a:spLocks noGrp="1"/>
          </p:cNvSpPr>
          <p:nvPr>
            <p:ph type="body" idx="1"/>
          </p:nvPr>
        </p:nvSpPr>
        <p:spPr>
          <a:xfrm>
            <a:off x="1303865" y="3365556"/>
            <a:ext cx="9592736" cy="444443"/>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400"/>
              <a:buNone/>
              <a:defRPr sz="1400"/>
            </a:lvl1pPr>
            <a:lvl2pPr marL="914400" lvl="1" indent="-228600" algn="l">
              <a:lnSpc>
                <a:spcPct val="90000"/>
              </a:lnSpc>
              <a:spcBef>
                <a:spcPts val="500"/>
              </a:spcBef>
              <a:spcAft>
                <a:spcPts val="0"/>
              </a:spcAft>
              <a:buClr>
                <a:schemeClr val="lt1"/>
              </a:buClr>
              <a:buSzPts val="1400"/>
              <a:buNone/>
              <a:defRPr sz="1400"/>
            </a:lvl2pPr>
            <a:lvl3pPr marL="1371600" lvl="2" indent="-228600" algn="l">
              <a:lnSpc>
                <a:spcPct val="90000"/>
              </a:lnSpc>
              <a:spcBef>
                <a:spcPts val="500"/>
              </a:spcBef>
              <a:spcAft>
                <a:spcPts val="0"/>
              </a:spcAft>
              <a:buClr>
                <a:schemeClr val="lt1"/>
              </a:buClr>
              <a:buSzPts val="1200"/>
              <a:buNone/>
              <a:defRPr sz="1200"/>
            </a:lvl3pPr>
            <a:lvl4pPr marL="1828800" lvl="3" indent="-228600" algn="l">
              <a:lnSpc>
                <a:spcPct val="90000"/>
              </a:lnSpc>
              <a:spcBef>
                <a:spcPts val="500"/>
              </a:spcBef>
              <a:spcAft>
                <a:spcPts val="0"/>
              </a:spcAft>
              <a:buClr>
                <a:schemeClr val="lt1"/>
              </a:buClr>
              <a:buSzPts val="1000"/>
              <a:buNone/>
              <a:defRPr sz="1000"/>
            </a:lvl4pPr>
            <a:lvl5pPr marL="2286000" lvl="4" indent="-228600" algn="l">
              <a:lnSpc>
                <a:spcPct val="90000"/>
              </a:lnSpc>
              <a:spcBef>
                <a:spcPts val="500"/>
              </a:spcBef>
              <a:spcAft>
                <a:spcPts val="0"/>
              </a:spcAft>
              <a:buClr>
                <a:schemeClr val="lt1"/>
              </a:buClr>
              <a:buSzPts val="1000"/>
              <a:buNone/>
              <a:defRPr sz="1000"/>
            </a:lvl5pPr>
            <a:lvl6pPr marL="2743200" lvl="5" indent="-228600" algn="l">
              <a:lnSpc>
                <a:spcPct val="90000"/>
              </a:lnSpc>
              <a:spcBef>
                <a:spcPts val="500"/>
              </a:spcBef>
              <a:spcAft>
                <a:spcPts val="0"/>
              </a:spcAft>
              <a:buClr>
                <a:schemeClr val="lt1"/>
              </a:buClr>
              <a:buSzPts val="1000"/>
              <a:buNone/>
              <a:defRPr sz="1000"/>
            </a:lvl6pPr>
            <a:lvl7pPr marL="3200400" lvl="6" indent="-228600" algn="l">
              <a:lnSpc>
                <a:spcPct val="90000"/>
              </a:lnSpc>
              <a:spcBef>
                <a:spcPts val="500"/>
              </a:spcBef>
              <a:spcAft>
                <a:spcPts val="0"/>
              </a:spcAft>
              <a:buClr>
                <a:schemeClr val="lt1"/>
              </a:buClr>
              <a:buSzPts val="1000"/>
              <a:buNone/>
              <a:defRPr sz="1000"/>
            </a:lvl7pPr>
            <a:lvl8pPr marL="3657600" lvl="7" indent="-228600" algn="l">
              <a:lnSpc>
                <a:spcPct val="90000"/>
              </a:lnSpc>
              <a:spcBef>
                <a:spcPts val="500"/>
              </a:spcBef>
              <a:spcAft>
                <a:spcPts val="0"/>
              </a:spcAft>
              <a:buClr>
                <a:schemeClr val="lt1"/>
              </a:buClr>
              <a:buSzPts val="1000"/>
              <a:buNone/>
              <a:defRPr sz="1000"/>
            </a:lvl8pPr>
            <a:lvl9pPr marL="4114800" lvl="8" indent="-228600" algn="l">
              <a:lnSpc>
                <a:spcPct val="90000"/>
              </a:lnSpc>
              <a:spcBef>
                <a:spcPts val="500"/>
              </a:spcBef>
              <a:spcAft>
                <a:spcPts val="0"/>
              </a:spcAft>
              <a:buClr>
                <a:schemeClr val="lt1"/>
              </a:buClr>
              <a:buSzPts val="1000"/>
              <a:buNone/>
              <a:defRPr sz="1000"/>
            </a:lvl9pPr>
          </a:lstStyle>
          <a:p>
            <a:endParaRPr/>
          </a:p>
        </p:txBody>
      </p:sp>
      <p:sp>
        <p:nvSpPr>
          <p:cNvPr id="89" name="Google Shape;89;p27"/>
          <p:cNvSpPr txBox="1">
            <a:spLocks noGrp="1"/>
          </p:cNvSpPr>
          <p:nvPr>
            <p:ph type="body" idx="2"/>
          </p:nvPr>
        </p:nvSpPr>
        <p:spPr>
          <a:xfrm>
            <a:off x="1024467" y="3959862"/>
            <a:ext cx="10151533" cy="679871"/>
          </a:xfrm>
          <a:prstGeom prst="rect">
            <a:avLst/>
          </a:prstGeom>
          <a:noFill/>
          <a:ln>
            <a:noFill/>
          </a:ln>
        </p:spPr>
        <p:txBody>
          <a:bodyPr spcFirstLastPara="1" wrap="square" lIns="91425" tIns="45700" rIns="91425" bIns="45700" anchor="ctr" anchorCtr="0">
            <a:normAutofit/>
          </a:bodyPr>
          <a:lstStyle>
            <a:lvl1pPr marL="457200" lvl="0" indent="-228600" algn="l">
              <a:lnSpc>
                <a:spcPct val="90000"/>
              </a:lnSpc>
              <a:spcBef>
                <a:spcPts val="1000"/>
              </a:spcBef>
              <a:spcAft>
                <a:spcPts val="0"/>
              </a:spcAft>
              <a:buClr>
                <a:schemeClr val="lt1"/>
              </a:buClr>
              <a:buSzPts val="1600"/>
              <a:buNone/>
              <a:defRPr sz="1600"/>
            </a:lvl1pPr>
            <a:lvl2pPr marL="914400" lvl="1" indent="-228600" algn="l">
              <a:lnSpc>
                <a:spcPct val="90000"/>
              </a:lnSpc>
              <a:spcBef>
                <a:spcPts val="500"/>
              </a:spcBef>
              <a:spcAft>
                <a:spcPts val="0"/>
              </a:spcAft>
              <a:buClr>
                <a:schemeClr val="lt1"/>
              </a:buClr>
              <a:buSzPts val="1400"/>
              <a:buNone/>
              <a:defRPr sz="1400"/>
            </a:lvl2pPr>
            <a:lvl3pPr marL="1371600" lvl="2" indent="-228600" algn="l">
              <a:lnSpc>
                <a:spcPct val="90000"/>
              </a:lnSpc>
              <a:spcBef>
                <a:spcPts val="500"/>
              </a:spcBef>
              <a:spcAft>
                <a:spcPts val="0"/>
              </a:spcAft>
              <a:buClr>
                <a:schemeClr val="lt1"/>
              </a:buClr>
              <a:buSzPts val="1200"/>
              <a:buNone/>
              <a:defRPr sz="1200"/>
            </a:lvl3pPr>
            <a:lvl4pPr marL="1828800" lvl="3" indent="-228600" algn="l">
              <a:lnSpc>
                <a:spcPct val="90000"/>
              </a:lnSpc>
              <a:spcBef>
                <a:spcPts val="500"/>
              </a:spcBef>
              <a:spcAft>
                <a:spcPts val="0"/>
              </a:spcAft>
              <a:buClr>
                <a:schemeClr val="lt1"/>
              </a:buClr>
              <a:buSzPts val="1000"/>
              <a:buNone/>
              <a:defRPr sz="1000"/>
            </a:lvl4pPr>
            <a:lvl5pPr marL="2286000" lvl="4" indent="-228600" algn="l">
              <a:lnSpc>
                <a:spcPct val="90000"/>
              </a:lnSpc>
              <a:spcBef>
                <a:spcPts val="500"/>
              </a:spcBef>
              <a:spcAft>
                <a:spcPts val="0"/>
              </a:spcAft>
              <a:buClr>
                <a:schemeClr val="lt1"/>
              </a:buClr>
              <a:buSzPts val="1000"/>
              <a:buNone/>
              <a:defRPr sz="1000"/>
            </a:lvl5pPr>
            <a:lvl6pPr marL="2743200" lvl="5" indent="-228600" algn="l">
              <a:lnSpc>
                <a:spcPct val="90000"/>
              </a:lnSpc>
              <a:spcBef>
                <a:spcPts val="500"/>
              </a:spcBef>
              <a:spcAft>
                <a:spcPts val="0"/>
              </a:spcAft>
              <a:buClr>
                <a:schemeClr val="lt1"/>
              </a:buClr>
              <a:buSzPts val="1000"/>
              <a:buNone/>
              <a:defRPr sz="1000"/>
            </a:lvl6pPr>
            <a:lvl7pPr marL="3200400" lvl="6" indent="-228600" algn="l">
              <a:lnSpc>
                <a:spcPct val="90000"/>
              </a:lnSpc>
              <a:spcBef>
                <a:spcPts val="500"/>
              </a:spcBef>
              <a:spcAft>
                <a:spcPts val="0"/>
              </a:spcAft>
              <a:buClr>
                <a:schemeClr val="lt1"/>
              </a:buClr>
              <a:buSzPts val="1000"/>
              <a:buNone/>
              <a:defRPr sz="1000"/>
            </a:lvl7pPr>
            <a:lvl8pPr marL="3657600" lvl="7" indent="-228600" algn="l">
              <a:lnSpc>
                <a:spcPct val="90000"/>
              </a:lnSpc>
              <a:spcBef>
                <a:spcPts val="500"/>
              </a:spcBef>
              <a:spcAft>
                <a:spcPts val="0"/>
              </a:spcAft>
              <a:buClr>
                <a:schemeClr val="lt1"/>
              </a:buClr>
              <a:buSzPts val="1000"/>
              <a:buNone/>
              <a:defRPr sz="1000"/>
            </a:lvl8pPr>
            <a:lvl9pPr marL="4114800" lvl="8" indent="-228600" algn="l">
              <a:lnSpc>
                <a:spcPct val="90000"/>
              </a:lnSpc>
              <a:spcBef>
                <a:spcPts val="500"/>
              </a:spcBef>
              <a:spcAft>
                <a:spcPts val="0"/>
              </a:spcAft>
              <a:buClr>
                <a:schemeClr val="lt1"/>
              </a:buClr>
              <a:buSzPts val="1000"/>
              <a:buNone/>
              <a:defRPr sz="1000"/>
            </a:lvl9pPr>
          </a:lstStyle>
          <a:p>
            <a:endParaRPr/>
          </a:p>
        </p:txBody>
      </p:sp>
      <p:sp>
        <p:nvSpPr>
          <p:cNvPr id="90" name="Google Shape;90;p27"/>
          <p:cNvSpPr txBox="1">
            <a:spLocks noGrp="1"/>
          </p:cNvSpPr>
          <p:nvPr>
            <p:ph type="dt" idx="10"/>
          </p:nvPr>
        </p:nvSpPr>
        <p:spPr>
          <a:xfrm>
            <a:off x="7814452" y="38100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1" name="Google Shape;91;p27"/>
          <p:cNvSpPr txBox="1">
            <a:spLocks noGrp="1"/>
          </p:cNvSpPr>
          <p:nvPr>
            <p:ph type="ftr" idx="11"/>
          </p:nvPr>
        </p:nvSpPr>
        <p:spPr>
          <a:xfrm>
            <a:off x="685800" y="379941"/>
            <a:ext cx="6991492"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2" name="Google Shape;92;p27"/>
          <p:cNvSpPr txBox="1">
            <a:spLocks noGrp="1"/>
          </p:cNvSpPr>
          <p:nvPr>
            <p:ph type="sldNum" idx="12"/>
          </p:nvPr>
        </p:nvSpPr>
        <p:spPr>
          <a:xfrm>
            <a:off x="10862452" y="381000"/>
            <a:ext cx="643748"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
        <p:nvSpPr>
          <p:cNvPr id="93" name="Google Shape;93;p27"/>
          <p:cNvSpPr txBox="1"/>
          <p:nvPr/>
        </p:nvSpPr>
        <p:spPr>
          <a:xfrm>
            <a:off x="476250" y="933450"/>
            <a:ext cx="609600" cy="584776"/>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lt1"/>
              </a:buClr>
              <a:buSzPts val="8000"/>
              <a:buFont typeface="Century Gothic"/>
              <a:buNone/>
            </a:pPr>
            <a:r>
              <a:rPr lang="en-US" sz="8000" b="0" i="0" u="none" strike="noStrike" cap="none">
                <a:solidFill>
                  <a:schemeClr val="lt1"/>
                </a:solidFill>
                <a:latin typeface="Century Gothic"/>
                <a:ea typeface="Century Gothic"/>
                <a:cs typeface="Century Gothic"/>
                <a:sym typeface="Century Gothic"/>
              </a:rPr>
              <a:t>“</a:t>
            </a:r>
            <a:endParaRPr sz="1400" b="0" i="0" u="none" strike="noStrike" cap="none">
              <a:solidFill>
                <a:srgbClr val="000000"/>
              </a:solidFill>
              <a:latin typeface="Arial"/>
              <a:ea typeface="Arial"/>
              <a:cs typeface="Arial"/>
              <a:sym typeface="Arial"/>
            </a:endParaRPr>
          </a:p>
        </p:txBody>
      </p:sp>
      <p:sp>
        <p:nvSpPr>
          <p:cNvPr id="94" name="Google Shape;94;p27"/>
          <p:cNvSpPr txBox="1"/>
          <p:nvPr/>
        </p:nvSpPr>
        <p:spPr>
          <a:xfrm>
            <a:off x="10984230" y="2701290"/>
            <a:ext cx="609600" cy="584776"/>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chemeClr val="lt1"/>
              </a:buClr>
              <a:buSzPts val="8000"/>
              <a:buFont typeface="Century Gothic"/>
              <a:buNone/>
            </a:pPr>
            <a:r>
              <a:rPr lang="en-US" sz="8000" b="0" i="0" u="none" strike="noStrike" cap="none">
                <a:solidFill>
                  <a:schemeClr val="lt1"/>
                </a:solidFill>
                <a:latin typeface="Century Gothic"/>
                <a:ea typeface="Century Gothic"/>
                <a:cs typeface="Century Gothic"/>
                <a:sym typeface="Century Gothic"/>
              </a:rPr>
              <a:t>”</a:t>
            </a:r>
            <a:endParaRPr sz="1400" b="0" i="0" u="none" strike="noStrike" cap="none">
              <a:solidFill>
                <a:srgbClr val="000000"/>
              </a:solidFill>
              <a:latin typeface="Arial"/>
              <a:ea typeface="Arial"/>
              <a:cs typeface="Arial"/>
              <a:sym typeface="Arial"/>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matchingName="Name Card">
  <p:cSld name="Name Card">
    <p:spTree>
      <p:nvGrpSpPr>
        <p:cNvPr id="1" name="Shape 95"/>
        <p:cNvGrpSpPr/>
        <p:nvPr/>
      </p:nvGrpSpPr>
      <p:grpSpPr>
        <a:xfrm>
          <a:off x="0" y="0"/>
          <a:ext cx="0" cy="0"/>
          <a:chOff x="0" y="0"/>
          <a:chExt cx="0" cy="0"/>
        </a:xfrm>
      </p:grpSpPr>
      <p:pic>
        <p:nvPicPr>
          <p:cNvPr id="96" name="Google Shape;96;p28" descr="C0-HD-BTM.png"/>
          <p:cNvPicPr preferRelativeResize="0"/>
          <p:nvPr/>
        </p:nvPicPr>
        <p:blipFill rotWithShape="1">
          <a:blip r:embed="rId2">
            <a:alphaModFix/>
          </a:blip>
          <a:srcRect/>
          <a:stretch/>
        </p:blipFill>
        <p:spPr>
          <a:xfrm>
            <a:off x="0" y="4375150"/>
            <a:ext cx="12192000" cy="2482850"/>
          </a:xfrm>
          <a:prstGeom prst="rect">
            <a:avLst/>
          </a:prstGeom>
          <a:noFill/>
          <a:ln>
            <a:noFill/>
          </a:ln>
        </p:spPr>
      </p:pic>
      <p:sp>
        <p:nvSpPr>
          <p:cNvPr id="97" name="Google Shape;97;p28"/>
          <p:cNvSpPr txBox="1">
            <a:spLocks noGrp="1"/>
          </p:cNvSpPr>
          <p:nvPr>
            <p:ph type="title"/>
          </p:nvPr>
        </p:nvSpPr>
        <p:spPr>
          <a:xfrm>
            <a:off x="1024495" y="1124701"/>
            <a:ext cx="10146186" cy="2511835"/>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lt1"/>
              </a:buClr>
              <a:buSzPts val="3200"/>
              <a:buFont typeface="Century Gothic"/>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8" name="Google Shape;98;p28"/>
          <p:cNvSpPr txBox="1">
            <a:spLocks noGrp="1"/>
          </p:cNvSpPr>
          <p:nvPr>
            <p:ph type="body" idx="1"/>
          </p:nvPr>
        </p:nvSpPr>
        <p:spPr>
          <a:xfrm>
            <a:off x="1024467" y="3648315"/>
            <a:ext cx="10144654" cy="999885"/>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600"/>
              <a:buNone/>
              <a:defRPr sz="1600"/>
            </a:lvl1pPr>
            <a:lvl2pPr marL="914400" lvl="1" indent="-228600" algn="l">
              <a:lnSpc>
                <a:spcPct val="90000"/>
              </a:lnSpc>
              <a:spcBef>
                <a:spcPts val="500"/>
              </a:spcBef>
              <a:spcAft>
                <a:spcPts val="0"/>
              </a:spcAft>
              <a:buClr>
                <a:schemeClr val="lt1"/>
              </a:buClr>
              <a:buSzPts val="1400"/>
              <a:buNone/>
              <a:defRPr sz="1400"/>
            </a:lvl2pPr>
            <a:lvl3pPr marL="1371600" lvl="2" indent="-228600" algn="l">
              <a:lnSpc>
                <a:spcPct val="90000"/>
              </a:lnSpc>
              <a:spcBef>
                <a:spcPts val="500"/>
              </a:spcBef>
              <a:spcAft>
                <a:spcPts val="0"/>
              </a:spcAft>
              <a:buClr>
                <a:schemeClr val="lt1"/>
              </a:buClr>
              <a:buSzPts val="1200"/>
              <a:buNone/>
              <a:defRPr sz="1200"/>
            </a:lvl3pPr>
            <a:lvl4pPr marL="1828800" lvl="3" indent="-228600" algn="l">
              <a:lnSpc>
                <a:spcPct val="90000"/>
              </a:lnSpc>
              <a:spcBef>
                <a:spcPts val="500"/>
              </a:spcBef>
              <a:spcAft>
                <a:spcPts val="0"/>
              </a:spcAft>
              <a:buClr>
                <a:schemeClr val="lt1"/>
              </a:buClr>
              <a:buSzPts val="1000"/>
              <a:buNone/>
              <a:defRPr sz="1000"/>
            </a:lvl4pPr>
            <a:lvl5pPr marL="2286000" lvl="4" indent="-228600" algn="l">
              <a:lnSpc>
                <a:spcPct val="90000"/>
              </a:lnSpc>
              <a:spcBef>
                <a:spcPts val="500"/>
              </a:spcBef>
              <a:spcAft>
                <a:spcPts val="0"/>
              </a:spcAft>
              <a:buClr>
                <a:schemeClr val="lt1"/>
              </a:buClr>
              <a:buSzPts val="1000"/>
              <a:buNone/>
              <a:defRPr sz="1000"/>
            </a:lvl5pPr>
            <a:lvl6pPr marL="2743200" lvl="5" indent="-228600" algn="l">
              <a:lnSpc>
                <a:spcPct val="90000"/>
              </a:lnSpc>
              <a:spcBef>
                <a:spcPts val="500"/>
              </a:spcBef>
              <a:spcAft>
                <a:spcPts val="0"/>
              </a:spcAft>
              <a:buClr>
                <a:schemeClr val="lt1"/>
              </a:buClr>
              <a:buSzPts val="1000"/>
              <a:buNone/>
              <a:defRPr sz="1000"/>
            </a:lvl6pPr>
            <a:lvl7pPr marL="3200400" lvl="6" indent="-228600" algn="l">
              <a:lnSpc>
                <a:spcPct val="90000"/>
              </a:lnSpc>
              <a:spcBef>
                <a:spcPts val="500"/>
              </a:spcBef>
              <a:spcAft>
                <a:spcPts val="0"/>
              </a:spcAft>
              <a:buClr>
                <a:schemeClr val="lt1"/>
              </a:buClr>
              <a:buSzPts val="1000"/>
              <a:buNone/>
              <a:defRPr sz="1000"/>
            </a:lvl7pPr>
            <a:lvl8pPr marL="3657600" lvl="7" indent="-228600" algn="l">
              <a:lnSpc>
                <a:spcPct val="90000"/>
              </a:lnSpc>
              <a:spcBef>
                <a:spcPts val="500"/>
              </a:spcBef>
              <a:spcAft>
                <a:spcPts val="0"/>
              </a:spcAft>
              <a:buClr>
                <a:schemeClr val="lt1"/>
              </a:buClr>
              <a:buSzPts val="1000"/>
              <a:buNone/>
              <a:defRPr sz="1000"/>
            </a:lvl8pPr>
            <a:lvl9pPr marL="4114800" lvl="8" indent="-228600" algn="l">
              <a:lnSpc>
                <a:spcPct val="90000"/>
              </a:lnSpc>
              <a:spcBef>
                <a:spcPts val="500"/>
              </a:spcBef>
              <a:spcAft>
                <a:spcPts val="0"/>
              </a:spcAft>
              <a:buClr>
                <a:schemeClr val="lt1"/>
              </a:buClr>
              <a:buSzPts val="1000"/>
              <a:buNone/>
              <a:defRPr sz="1000"/>
            </a:lvl9pPr>
          </a:lstStyle>
          <a:p>
            <a:endParaRPr/>
          </a:p>
        </p:txBody>
      </p:sp>
      <p:sp>
        <p:nvSpPr>
          <p:cNvPr id="99" name="Google Shape;99;p28"/>
          <p:cNvSpPr txBox="1">
            <a:spLocks noGrp="1"/>
          </p:cNvSpPr>
          <p:nvPr>
            <p:ph type="dt" idx="10"/>
          </p:nvPr>
        </p:nvSpPr>
        <p:spPr>
          <a:xfrm>
            <a:off x="7814452" y="378883"/>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0" name="Google Shape;100;p28"/>
          <p:cNvSpPr txBox="1">
            <a:spLocks noGrp="1"/>
          </p:cNvSpPr>
          <p:nvPr>
            <p:ph type="ftr" idx="11"/>
          </p:nvPr>
        </p:nvSpPr>
        <p:spPr>
          <a:xfrm>
            <a:off x="685800" y="378883"/>
            <a:ext cx="6991492"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1" name="Google Shape;101;p28"/>
          <p:cNvSpPr txBox="1">
            <a:spLocks noGrp="1"/>
          </p:cNvSpPr>
          <p:nvPr>
            <p:ph type="sldNum" idx="12"/>
          </p:nvPr>
        </p:nvSpPr>
        <p:spPr>
          <a:xfrm>
            <a:off x="10862452" y="381000"/>
            <a:ext cx="643748"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3 Column">
  <p:cSld name="3 Column">
    <p:spTree>
      <p:nvGrpSpPr>
        <p:cNvPr id="1" name="Shape 102"/>
        <p:cNvGrpSpPr/>
        <p:nvPr/>
      </p:nvGrpSpPr>
      <p:grpSpPr>
        <a:xfrm>
          <a:off x="0" y="0"/>
          <a:ext cx="0" cy="0"/>
          <a:chOff x="0" y="0"/>
          <a:chExt cx="0" cy="0"/>
        </a:xfrm>
      </p:grpSpPr>
      <p:sp>
        <p:nvSpPr>
          <p:cNvPr id="103" name="Google Shape;103;p29"/>
          <p:cNvSpPr txBox="1">
            <a:spLocks noGrp="1"/>
          </p:cNvSpPr>
          <p:nvPr>
            <p:ph type="title"/>
          </p:nvPr>
        </p:nvSpPr>
        <p:spPr>
          <a:xfrm>
            <a:off x="2895600" y="761999"/>
            <a:ext cx="8610599" cy="1303867"/>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4" name="Google Shape;104;p29"/>
          <p:cNvSpPr txBox="1">
            <a:spLocks noGrp="1"/>
          </p:cNvSpPr>
          <p:nvPr>
            <p:ph type="body" idx="1"/>
          </p:nvPr>
        </p:nvSpPr>
        <p:spPr>
          <a:xfrm>
            <a:off x="685800" y="2202080"/>
            <a:ext cx="3456432" cy="617320"/>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lt1"/>
              </a:buClr>
              <a:buSzPts val="2400"/>
              <a:buNone/>
              <a:defRPr sz="2400" b="0">
                <a:solidFill>
                  <a:schemeClr val="lt1"/>
                </a:solidFill>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105" name="Google Shape;105;p29"/>
          <p:cNvSpPr txBox="1">
            <a:spLocks noGrp="1"/>
          </p:cNvSpPr>
          <p:nvPr>
            <p:ph type="body" idx="2"/>
          </p:nvPr>
        </p:nvSpPr>
        <p:spPr>
          <a:xfrm>
            <a:off x="685799" y="2904565"/>
            <a:ext cx="3456432" cy="3314132"/>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400"/>
              <a:buNone/>
              <a:defRPr sz="1400"/>
            </a:lvl1pPr>
            <a:lvl2pPr marL="914400" lvl="1" indent="-228600" algn="l">
              <a:lnSpc>
                <a:spcPct val="90000"/>
              </a:lnSpc>
              <a:spcBef>
                <a:spcPts val="500"/>
              </a:spcBef>
              <a:spcAft>
                <a:spcPts val="0"/>
              </a:spcAft>
              <a:buClr>
                <a:schemeClr val="lt1"/>
              </a:buClr>
              <a:buSzPts val="1200"/>
              <a:buNone/>
              <a:defRPr sz="1200"/>
            </a:lvl2pPr>
            <a:lvl3pPr marL="1371600" lvl="2" indent="-228600" algn="l">
              <a:lnSpc>
                <a:spcPct val="90000"/>
              </a:lnSpc>
              <a:spcBef>
                <a:spcPts val="500"/>
              </a:spcBef>
              <a:spcAft>
                <a:spcPts val="0"/>
              </a:spcAft>
              <a:buClr>
                <a:schemeClr val="lt1"/>
              </a:buClr>
              <a:buSzPts val="1000"/>
              <a:buNone/>
              <a:defRPr sz="1000"/>
            </a:lvl3pPr>
            <a:lvl4pPr marL="1828800" lvl="3" indent="-228600" algn="l">
              <a:lnSpc>
                <a:spcPct val="90000"/>
              </a:lnSpc>
              <a:spcBef>
                <a:spcPts val="500"/>
              </a:spcBef>
              <a:spcAft>
                <a:spcPts val="0"/>
              </a:spcAft>
              <a:buClr>
                <a:schemeClr val="lt1"/>
              </a:buClr>
              <a:buSzPts val="900"/>
              <a:buNone/>
              <a:defRPr sz="900"/>
            </a:lvl4pPr>
            <a:lvl5pPr marL="2286000" lvl="4" indent="-228600" algn="l">
              <a:lnSpc>
                <a:spcPct val="90000"/>
              </a:lnSpc>
              <a:spcBef>
                <a:spcPts val="500"/>
              </a:spcBef>
              <a:spcAft>
                <a:spcPts val="0"/>
              </a:spcAft>
              <a:buClr>
                <a:schemeClr val="lt1"/>
              </a:buClr>
              <a:buSzPts val="900"/>
              <a:buNone/>
              <a:defRPr sz="900"/>
            </a:lvl5pPr>
            <a:lvl6pPr marL="2743200" lvl="5" indent="-228600" algn="l">
              <a:lnSpc>
                <a:spcPct val="90000"/>
              </a:lnSpc>
              <a:spcBef>
                <a:spcPts val="500"/>
              </a:spcBef>
              <a:spcAft>
                <a:spcPts val="0"/>
              </a:spcAft>
              <a:buClr>
                <a:schemeClr val="lt1"/>
              </a:buClr>
              <a:buSzPts val="900"/>
              <a:buNone/>
              <a:defRPr sz="900"/>
            </a:lvl6pPr>
            <a:lvl7pPr marL="3200400" lvl="6" indent="-228600" algn="l">
              <a:lnSpc>
                <a:spcPct val="90000"/>
              </a:lnSpc>
              <a:spcBef>
                <a:spcPts val="500"/>
              </a:spcBef>
              <a:spcAft>
                <a:spcPts val="0"/>
              </a:spcAft>
              <a:buClr>
                <a:schemeClr val="lt1"/>
              </a:buClr>
              <a:buSzPts val="900"/>
              <a:buNone/>
              <a:defRPr sz="900"/>
            </a:lvl7pPr>
            <a:lvl8pPr marL="3657600" lvl="7" indent="-228600" algn="l">
              <a:lnSpc>
                <a:spcPct val="90000"/>
              </a:lnSpc>
              <a:spcBef>
                <a:spcPts val="500"/>
              </a:spcBef>
              <a:spcAft>
                <a:spcPts val="0"/>
              </a:spcAft>
              <a:buClr>
                <a:schemeClr val="lt1"/>
              </a:buClr>
              <a:buSzPts val="900"/>
              <a:buNone/>
              <a:defRPr sz="900"/>
            </a:lvl8pPr>
            <a:lvl9pPr marL="4114800" lvl="8" indent="-228600" algn="l">
              <a:lnSpc>
                <a:spcPct val="90000"/>
              </a:lnSpc>
              <a:spcBef>
                <a:spcPts val="500"/>
              </a:spcBef>
              <a:spcAft>
                <a:spcPts val="0"/>
              </a:spcAft>
              <a:buClr>
                <a:schemeClr val="lt1"/>
              </a:buClr>
              <a:buSzPts val="900"/>
              <a:buNone/>
              <a:defRPr sz="900"/>
            </a:lvl9pPr>
          </a:lstStyle>
          <a:p>
            <a:endParaRPr/>
          </a:p>
        </p:txBody>
      </p:sp>
      <p:sp>
        <p:nvSpPr>
          <p:cNvPr id="106" name="Google Shape;106;p29"/>
          <p:cNvSpPr txBox="1">
            <a:spLocks noGrp="1"/>
          </p:cNvSpPr>
          <p:nvPr>
            <p:ph type="body" idx="3"/>
          </p:nvPr>
        </p:nvSpPr>
        <p:spPr>
          <a:xfrm>
            <a:off x="4368800" y="2201333"/>
            <a:ext cx="3456432" cy="626534"/>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lt1"/>
              </a:buClr>
              <a:buSzPts val="2400"/>
              <a:buNone/>
              <a:defRPr sz="2400" b="0">
                <a:solidFill>
                  <a:schemeClr val="lt1"/>
                </a:solidFill>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107" name="Google Shape;107;p29"/>
          <p:cNvSpPr txBox="1">
            <a:spLocks noGrp="1"/>
          </p:cNvSpPr>
          <p:nvPr>
            <p:ph type="body" idx="4"/>
          </p:nvPr>
        </p:nvSpPr>
        <p:spPr>
          <a:xfrm>
            <a:off x="4366858" y="2904067"/>
            <a:ext cx="3456432" cy="331461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400"/>
              <a:buNone/>
              <a:defRPr sz="1400"/>
            </a:lvl1pPr>
            <a:lvl2pPr marL="914400" lvl="1" indent="-228600" algn="l">
              <a:lnSpc>
                <a:spcPct val="90000"/>
              </a:lnSpc>
              <a:spcBef>
                <a:spcPts val="500"/>
              </a:spcBef>
              <a:spcAft>
                <a:spcPts val="0"/>
              </a:spcAft>
              <a:buClr>
                <a:schemeClr val="lt1"/>
              </a:buClr>
              <a:buSzPts val="1200"/>
              <a:buNone/>
              <a:defRPr sz="1200"/>
            </a:lvl2pPr>
            <a:lvl3pPr marL="1371600" lvl="2" indent="-228600" algn="l">
              <a:lnSpc>
                <a:spcPct val="90000"/>
              </a:lnSpc>
              <a:spcBef>
                <a:spcPts val="500"/>
              </a:spcBef>
              <a:spcAft>
                <a:spcPts val="0"/>
              </a:spcAft>
              <a:buClr>
                <a:schemeClr val="lt1"/>
              </a:buClr>
              <a:buSzPts val="1000"/>
              <a:buNone/>
              <a:defRPr sz="1000"/>
            </a:lvl3pPr>
            <a:lvl4pPr marL="1828800" lvl="3" indent="-228600" algn="l">
              <a:lnSpc>
                <a:spcPct val="90000"/>
              </a:lnSpc>
              <a:spcBef>
                <a:spcPts val="500"/>
              </a:spcBef>
              <a:spcAft>
                <a:spcPts val="0"/>
              </a:spcAft>
              <a:buClr>
                <a:schemeClr val="lt1"/>
              </a:buClr>
              <a:buSzPts val="900"/>
              <a:buNone/>
              <a:defRPr sz="900"/>
            </a:lvl4pPr>
            <a:lvl5pPr marL="2286000" lvl="4" indent="-228600" algn="l">
              <a:lnSpc>
                <a:spcPct val="90000"/>
              </a:lnSpc>
              <a:spcBef>
                <a:spcPts val="500"/>
              </a:spcBef>
              <a:spcAft>
                <a:spcPts val="0"/>
              </a:spcAft>
              <a:buClr>
                <a:schemeClr val="lt1"/>
              </a:buClr>
              <a:buSzPts val="900"/>
              <a:buNone/>
              <a:defRPr sz="900"/>
            </a:lvl5pPr>
            <a:lvl6pPr marL="2743200" lvl="5" indent="-228600" algn="l">
              <a:lnSpc>
                <a:spcPct val="90000"/>
              </a:lnSpc>
              <a:spcBef>
                <a:spcPts val="500"/>
              </a:spcBef>
              <a:spcAft>
                <a:spcPts val="0"/>
              </a:spcAft>
              <a:buClr>
                <a:schemeClr val="lt1"/>
              </a:buClr>
              <a:buSzPts val="900"/>
              <a:buNone/>
              <a:defRPr sz="900"/>
            </a:lvl6pPr>
            <a:lvl7pPr marL="3200400" lvl="6" indent="-228600" algn="l">
              <a:lnSpc>
                <a:spcPct val="90000"/>
              </a:lnSpc>
              <a:spcBef>
                <a:spcPts val="500"/>
              </a:spcBef>
              <a:spcAft>
                <a:spcPts val="0"/>
              </a:spcAft>
              <a:buClr>
                <a:schemeClr val="lt1"/>
              </a:buClr>
              <a:buSzPts val="900"/>
              <a:buNone/>
              <a:defRPr sz="900"/>
            </a:lvl7pPr>
            <a:lvl8pPr marL="3657600" lvl="7" indent="-228600" algn="l">
              <a:lnSpc>
                <a:spcPct val="90000"/>
              </a:lnSpc>
              <a:spcBef>
                <a:spcPts val="500"/>
              </a:spcBef>
              <a:spcAft>
                <a:spcPts val="0"/>
              </a:spcAft>
              <a:buClr>
                <a:schemeClr val="lt1"/>
              </a:buClr>
              <a:buSzPts val="900"/>
              <a:buNone/>
              <a:defRPr sz="900"/>
            </a:lvl8pPr>
            <a:lvl9pPr marL="4114800" lvl="8" indent="-228600" algn="l">
              <a:lnSpc>
                <a:spcPct val="90000"/>
              </a:lnSpc>
              <a:spcBef>
                <a:spcPts val="500"/>
              </a:spcBef>
              <a:spcAft>
                <a:spcPts val="0"/>
              </a:spcAft>
              <a:buClr>
                <a:schemeClr val="lt1"/>
              </a:buClr>
              <a:buSzPts val="900"/>
              <a:buNone/>
              <a:defRPr sz="900"/>
            </a:lvl9pPr>
          </a:lstStyle>
          <a:p>
            <a:endParaRPr/>
          </a:p>
        </p:txBody>
      </p:sp>
      <p:sp>
        <p:nvSpPr>
          <p:cNvPr id="108" name="Google Shape;108;p29"/>
          <p:cNvSpPr txBox="1">
            <a:spLocks noGrp="1"/>
          </p:cNvSpPr>
          <p:nvPr>
            <p:ph type="body" idx="5"/>
          </p:nvPr>
        </p:nvSpPr>
        <p:spPr>
          <a:xfrm>
            <a:off x="8051800" y="2192866"/>
            <a:ext cx="3456432" cy="626534"/>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lt1"/>
              </a:buClr>
              <a:buSzPts val="2400"/>
              <a:buNone/>
              <a:defRPr sz="2400" b="0">
                <a:solidFill>
                  <a:schemeClr val="lt1"/>
                </a:solidFill>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109" name="Google Shape;109;p29"/>
          <p:cNvSpPr txBox="1">
            <a:spLocks noGrp="1"/>
          </p:cNvSpPr>
          <p:nvPr>
            <p:ph type="body" idx="6"/>
          </p:nvPr>
        </p:nvSpPr>
        <p:spPr>
          <a:xfrm>
            <a:off x="8051801" y="2904565"/>
            <a:ext cx="3456432" cy="3314132"/>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400"/>
              <a:buNone/>
              <a:defRPr sz="1400"/>
            </a:lvl1pPr>
            <a:lvl2pPr marL="914400" lvl="1" indent="-228600" algn="l">
              <a:lnSpc>
                <a:spcPct val="90000"/>
              </a:lnSpc>
              <a:spcBef>
                <a:spcPts val="500"/>
              </a:spcBef>
              <a:spcAft>
                <a:spcPts val="0"/>
              </a:spcAft>
              <a:buClr>
                <a:schemeClr val="lt1"/>
              </a:buClr>
              <a:buSzPts val="1200"/>
              <a:buNone/>
              <a:defRPr sz="1200"/>
            </a:lvl2pPr>
            <a:lvl3pPr marL="1371600" lvl="2" indent="-228600" algn="l">
              <a:lnSpc>
                <a:spcPct val="90000"/>
              </a:lnSpc>
              <a:spcBef>
                <a:spcPts val="500"/>
              </a:spcBef>
              <a:spcAft>
                <a:spcPts val="0"/>
              </a:spcAft>
              <a:buClr>
                <a:schemeClr val="lt1"/>
              </a:buClr>
              <a:buSzPts val="1000"/>
              <a:buNone/>
              <a:defRPr sz="1000"/>
            </a:lvl3pPr>
            <a:lvl4pPr marL="1828800" lvl="3" indent="-228600" algn="l">
              <a:lnSpc>
                <a:spcPct val="90000"/>
              </a:lnSpc>
              <a:spcBef>
                <a:spcPts val="500"/>
              </a:spcBef>
              <a:spcAft>
                <a:spcPts val="0"/>
              </a:spcAft>
              <a:buClr>
                <a:schemeClr val="lt1"/>
              </a:buClr>
              <a:buSzPts val="900"/>
              <a:buNone/>
              <a:defRPr sz="900"/>
            </a:lvl4pPr>
            <a:lvl5pPr marL="2286000" lvl="4" indent="-228600" algn="l">
              <a:lnSpc>
                <a:spcPct val="90000"/>
              </a:lnSpc>
              <a:spcBef>
                <a:spcPts val="500"/>
              </a:spcBef>
              <a:spcAft>
                <a:spcPts val="0"/>
              </a:spcAft>
              <a:buClr>
                <a:schemeClr val="lt1"/>
              </a:buClr>
              <a:buSzPts val="900"/>
              <a:buNone/>
              <a:defRPr sz="900"/>
            </a:lvl5pPr>
            <a:lvl6pPr marL="2743200" lvl="5" indent="-228600" algn="l">
              <a:lnSpc>
                <a:spcPct val="90000"/>
              </a:lnSpc>
              <a:spcBef>
                <a:spcPts val="500"/>
              </a:spcBef>
              <a:spcAft>
                <a:spcPts val="0"/>
              </a:spcAft>
              <a:buClr>
                <a:schemeClr val="lt1"/>
              </a:buClr>
              <a:buSzPts val="900"/>
              <a:buNone/>
              <a:defRPr sz="900"/>
            </a:lvl6pPr>
            <a:lvl7pPr marL="3200400" lvl="6" indent="-228600" algn="l">
              <a:lnSpc>
                <a:spcPct val="90000"/>
              </a:lnSpc>
              <a:spcBef>
                <a:spcPts val="500"/>
              </a:spcBef>
              <a:spcAft>
                <a:spcPts val="0"/>
              </a:spcAft>
              <a:buClr>
                <a:schemeClr val="lt1"/>
              </a:buClr>
              <a:buSzPts val="900"/>
              <a:buNone/>
              <a:defRPr sz="900"/>
            </a:lvl7pPr>
            <a:lvl8pPr marL="3657600" lvl="7" indent="-228600" algn="l">
              <a:lnSpc>
                <a:spcPct val="90000"/>
              </a:lnSpc>
              <a:spcBef>
                <a:spcPts val="500"/>
              </a:spcBef>
              <a:spcAft>
                <a:spcPts val="0"/>
              </a:spcAft>
              <a:buClr>
                <a:schemeClr val="lt1"/>
              </a:buClr>
              <a:buSzPts val="900"/>
              <a:buNone/>
              <a:defRPr sz="900"/>
            </a:lvl8pPr>
            <a:lvl9pPr marL="4114800" lvl="8" indent="-228600" algn="l">
              <a:lnSpc>
                <a:spcPct val="90000"/>
              </a:lnSpc>
              <a:spcBef>
                <a:spcPts val="500"/>
              </a:spcBef>
              <a:spcAft>
                <a:spcPts val="0"/>
              </a:spcAft>
              <a:buClr>
                <a:schemeClr val="lt1"/>
              </a:buClr>
              <a:buSzPts val="900"/>
              <a:buNone/>
              <a:defRPr sz="900"/>
            </a:lvl9pPr>
          </a:lstStyle>
          <a:p>
            <a:endParaRPr/>
          </a:p>
        </p:txBody>
      </p:sp>
      <p:sp>
        <p:nvSpPr>
          <p:cNvPr id="110" name="Google Shape;110;p29"/>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1" name="Google Shape;111;p29"/>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2" name="Google Shape;112;p29"/>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3 Picture Column">
  <p:cSld name="3 Picture Column">
    <p:spTree>
      <p:nvGrpSpPr>
        <p:cNvPr id="1" name="Shape 113"/>
        <p:cNvGrpSpPr/>
        <p:nvPr/>
      </p:nvGrpSpPr>
      <p:grpSpPr>
        <a:xfrm>
          <a:off x="0" y="0"/>
          <a:ext cx="0" cy="0"/>
          <a:chOff x="0" y="0"/>
          <a:chExt cx="0" cy="0"/>
        </a:xfrm>
      </p:grpSpPr>
      <p:sp>
        <p:nvSpPr>
          <p:cNvPr id="114" name="Google Shape;114;p30"/>
          <p:cNvSpPr txBox="1">
            <a:spLocks noGrp="1"/>
          </p:cNvSpPr>
          <p:nvPr>
            <p:ph type="title"/>
          </p:nvPr>
        </p:nvSpPr>
        <p:spPr>
          <a:xfrm>
            <a:off x="2895600" y="762000"/>
            <a:ext cx="8610599" cy="12954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5" name="Google Shape;115;p30"/>
          <p:cNvSpPr txBox="1">
            <a:spLocks noGrp="1"/>
          </p:cNvSpPr>
          <p:nvPr>
            <p:ph type="body" idx="1"/>
          </p:nvPr>
        </p:nvSpPr>
        <p:spPr>
          <a:xfrm>
            <a:off x="688618" y="4191000"/>
            <a:ext cx="3451582" cy="682765"/>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lt1"/>
              </a:buClr>
              <a:buSzPts val="2400"/>
              <a:buNone/>
              <a:defRPr sz="2400" b="0">
                <a:solidFill>
                  <a:schemeClr val="lt1"/>
                </a:solidFill>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116" name="Google Shape;116;p30"/>
          <p:cNvSpPr>
            <a:spLocks noGrp="1"/>
          </p:cNvSpPr>
          <p:nvPr>
            <p:ph type="pic" idx="2"/>
          </p:nvPr>
        </p:nvSpPr>
        <p:spPr>
          <a:xfrm>
            <a:off x="688618" y="2362200"/>
            <a:ext cx="3451582" cy="1524000"/>
          </a:xfrm>
          <a:prstGeom prst="roundRect">
            <a:avLst>
              <a:gd name="adj" fmla="val 0"/>
            </a:avLst>
          </a:prstGeom>
          <a:noFill/>
          <a:ln>
            <a:noFill/>
          </a:ln>
          <a:effectLst>
            <a:outerShdw blurRad="50800" dist="50800" dir="5400000" algn="tl" rotWithShape="0">
              <a:srgbClr val="000000">
                <a:alpha val="41960"/>
              </a:srgbClr>
            </a:outerShdw>
          </a:effectLst>
        </p:spPr>
        <p:txBody>
          <a:bodyPr spcFirstLastPara="1" wrap="square" lIns="91425" tIns="45700" rIns="91425" bIns="45700" anchor="t" anchorCtr="0">
            <a:normAutofit/>
          </a:bodyPr>
          <a:lstStyle>
            <a:lvl1pPr marR="0" lvl="0" algn="ctr" rtl="0">
              <a:lnSpc>
                <a:spcPct val="90000"/>
              </a:lnSpc>
              <a:spcBef>
                <a:spcPts val="10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1pPr>
            <a:lvl2pPr marR="0" lvl="1"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2pPr>
            <a:lvl3pPr marR="0" lvl="2"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3pPr>
            <a:lvl4pPr marR="0" lvl="3"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4pPr>
            <a:lvl5pPr marR="0" lvl="4"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5pPr>
            <a:lvl6pPr marR="0" lvl="5"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6pPr>
            <a:lvl7pPr marR="0" lvl="6"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7pPr>
            <a:lvl8pPr marR="0" lvl="7"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8pPr>
            <a:lvl9pPr marR="0" lvl="8"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9pPr>
          </a:lstStyle>
          <a:p>
            <a:endParaRPr/>
          </a:p>
        </p:txBody>
      </p:sp>
      <p:sp>
        <p:nvSpPr>
          <p:cNvPr id="117" name="Google Shape;117;p30"/>
          <p:cNvSpPr txBox="1">
            <a:spLocks noGrp="1"/>
          </p:cNvSpPr>
          <p:nvPr>
            <p:ph type="body" idx="3"/>
          </p:nvPr>
        </p:nvSpPr>
        <p:spPr>
          <a:xfrm>
            <a:off x="688618" y="4873764"/>
            <a:ext cx="3451582" cy="1344921"/>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400"/>
              <a:buNone/>
              <a:defRPr sz="1400"/>
            </a:lvl1pPr>
            <a:lvl2pPr marL="914400" lvl="1" indent="-228600" algn="l">
              <a:lnSpc>
                <a:spcPct val="90000"/>
              </a:lnSpc>
              <a:spcBef>
                <a:spcPts val="500"/>
              </a:spcBef>
              <a:spcAft>
                <a:spcPts val="0"/>
              </a:spcAft>
              <a:buClr>
                <a:schemeClr val="lt1"/>
              </a:buClr>
              <a:buSzPts val="1200"/>
              <a:buNone/>
              <a:defRPr sz="1200"/>
            </a:lvl2pPr>
            <a:lvl3pPr marL="1371600" lvl="2" indent="-228600" algn="l">
              <a:lnSpc>
                <a:spcPct val="90000"/>
              </a:lnSpc>
              <a:spcBef>
                <a:spcPts val="500"/>
              </a:spcBef>
              <a:spcAft>
                <a:spcPts val="0"/>
              </a:spcAft>
              <a:buClr>
                <a:schemeClr val="lt1"/>
              </a:buClr>
              <a:buSzPts val="1000"/>
              <a:buNone/>
              <a:defRPr sz="1000"/>
            </a:lvl3pPr>
            <a:lvl4pPr marL="1828800" lvl="3" indent="-228600" algn="l">
              <a:lnSpc>
                <a:spcPct val="90000"/>
              </a:lnSpc>
              <a:spcBef>
                <a:spcPts val="500"/>
              </a:spcBef>
              <a:spcAft>
                <a:spcPts val="0"/>
              </a:spcAft>
              <a:buClr>
                <a:schemeClr val="lt1"/>
              </a:buClr>
              <a:buSzPts val="900"/>
              <a:buNone/>
              <a:defRPr sz="900"/>
            </a:lvl4pPr>
            <a:lvl5pPr marL="2286000" lvl="4" indent="-228600" algn="l">
              <a:lnSpc>
                <a:spcPct val="90000"/>
              </a:lnSpc>
              <a:spcBef>
                <a:spcPts val="500"/>
              </a:spcBef>
              <a:spcAft>
                <a:spcPts val="0"/>
              </a:spcAft>
              <a:buClr>
                <a:schemeClr val="lt1"/>
              </a:buClr>
              <a:buSzPts val="900"/>
              <a:buNone/>
              <a:defRPr sz="900"/>
            </a:lvl5pPr>
            <a:lvl6pPr marL="2743200" lvl="5" indent="-228600" algn="l">
              <a:lnSpc>
                <a:spcPct val="90000"/>
              </a:lnSpc>
              <a:spcBef>
                <a:spcPts val="500"/>
              </a:spcBef>
              <a:spcAft>
                <a:spcPts val="0"/>
              </a:spcAft>
              <a:buClr>
                <a:schemeClr val="lt1"/>
              </a:buClr>
              <a:buSzPts val="900"/>
              <a:buNone/>
              <a:defRPr sz="900"/>
            </a:lvl6pPr>
            <a:lvl7pPr marL="3200400" lvl="6" indent="-228600" algn="l">
              <a:lnSpc>
                <a:spcPct val="90000"/>
              </a:lnSpc>
              <a:spcBef>
                <a:spcPts val="500"/>
              </a:spcBef>
              <a:spcAft>
                <a:spcPts val="0"/>
              </a:spcAft>
              <a:buClr>
                <a:schemeClr val="lt1"/>
              </a:buClr>
              <a:buSzPts val="900"/>
              <a:buNone/>
              <a:defRPr sz="900"/>
            </a:lvl7pPr>
            <a:lvl8pPr marL="3657600" lvl="7" indent="-228600" algn="l">
              <a:lnSpc>
                <a:spcPct val="90000"/>
              </a:lnSpc>
              <a:spcBef>
                <a:spcPts val="500"/>
              </a:spcBef>
              <a:spcAft>
                <a:spcPts val="0"/>
              </a:spcAft>
              <a:buClr>
                <a:schemeClr val="lt1"/>
              </a:buClr>
              <a:buSzPts val="900"/>
              <a:buNone/>
              <a:defRPr sz="900"/>
            </a:lvl8pPr>
            <a:lvl9pPr marL="4114800" lvl="8" indent="-228600" algn="l">
              <a:lnSpc>
                <a:spcPct val="90000"/>
              </a:lnSpc>
              <a:spcBef>
                <a:spcPts val="500"/>
              </a:spcBef>
              <a:spcAft>
                <a:spcPts val="0"/>
              </a:spcAft>
              <a:buClr>
                <a:schemeClr val="lt1"/>
              </a:buClr>
              <a:buSzPts val="900"/>
              <a:buNone/>
              <a:defRPr sz="900"/>
            </a:lvl9pPr>
          </a:lstStyle>
          <a:p>
            <a:endParaRPr/>
          </a:p>
        </p:txBody>
      </p:sp>
      <p:sp>
        <p:nvSpPr>
          <p:cNvPr id="118" name="Google Shape;118;p30"/>
          <p:cNvSpPr txBox="1">
            <a:spLocks noGrp="1"/>
          </p:cNvSpPr>
          <p:nvPr>
            <p:ph type="body" idx="4"/>
          </p:nvPr>
        </p:nvSpPr>
        <p:spPr>
          <a:xfrm>
            <a:off x="4374263" y="4191000"/>
            <a:ext cx="3448935" cy="682765"/>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lt1"/>
              </a:buClr>
              <a:buSzPts val="2400"/>
              <a:buNone/>
              <a:defRPr sz="2400" b="0">
                <a:solidFill>
                  <a:schemeClr val="lt1"/>
                </a:solidFill>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119" name="Google Shape;119;p30"/>
          <p:cNvSpPr>
            <a:spLocks noGrp="1"/>
          </p:cNvSpPr>
          <p:nvPr>
            <p:ph type="pic" idx="5"/>
          </p:nvPr>
        </p:nvSpPr>
        <p:spPr>
          <a:xfrm>
            <a:off x="4374263" y="2362200"/>
            <a:ext cx="3448936" cy="1524000"/>
          </a:xfrm>
          <a:prstGeom prst="roundRect">
            <a:avLst>
              <a:gd name="adj" fmla="val 0"/>
            </a:avLst>
          </a:prstGeom>
          <a:noFill/>
          <a:ln>
            <a:noFill/>
          </a:ln>
          <a:effectLst>
            <a:outerShdw blurRad="50800" dist="50800" dir="5400000" algn="tl" rotWithShape="0">
              <a:srgbClr val="000000">
                <a:alpha val="41960"/>
              </a:srgbClr>
            </a:outerShdw>
          </a:effectLst>
        </p:spPr>
        <p:txBody>
          <a:bodyPr spcFirstLastPara="1" wrap="square" lIns="91425" tIns="45700" rIns="91425" bIns="45700" anchor="t" anchorCtr="0">
            <a:normAutofit/>
          </a:bodyPr>
          <a:lstStyle>
            <a:lvl1pPr marR="0" lvl="0" algn="ctr" rtl="0">
              <a:lnSpc>
                <a:spcPct val="90000"/>
              </a:lnSpc>
              <a:spcBef>
                <a:spcPts val="10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1pPr>
            <a:lvl2pPr marR="0" lvl="1"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2pPr>
            <a:lvl3pPr marR="0" lvl="2"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3pPr>
            <a:lvl4pPr marR="0" lvl="3"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4pPr>
            <a:lvl5pPr marR="0" lvl="4"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5pPr>
            <a:lvl6pPr marR="0" lvl="5"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6pPr>
            <a:lvl7pPr marR="0" lvl="6"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7pPr>
            <a:lvl8pPr marR="0" lvl="7"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8pPr>
            <a:lvl9pPr marR="0" lvl="8"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9pPr>
          </a:lstStyle>
          <a:p>
            <a:endParaRPr/>
          </a:p>
        </p:txBody>
      </p:sp>
      <p:sp>
        <p:nvSpPr>
          <p:cNvPr id="120" name="Google Shape;120;p30"/>
          <p:cNvSpPr txBox="1">
            <a:spLocks noGrp="1"/>
          </p:cNvSpPr>
          <p:nvPr>
            <p:ph type="body" idx="6"/>
          </p:nvPr>
        </p:nvSpPr>
        <p:spPr>
          <a:xfrm>
            <a:off x="4374264" y="4873763"/>
            <a:ext cx="3448935" cy="1344921"/>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400"/>
              <a:buNone/>
              <a:defRPr sz="1400"/>
            </a:lvl1pPr>
            <a:lvl2pPr marL="914400" lvl="1" indent="-228600" algn="l">
              <a:lnSpc>
                <a:spcPct val="90000"/>
              </a:lnSpc>
              <a:spcBef>
                <a:spcPts val="500"/>
              </a:spcBef>
              <a:spcAft>
                <a:spcPts val="0"/>
              </a:spcAft>
              <a:buClr>
                <a:schemeClr val="lt1"/>
              </a:buClr>
              <a:buSzPts val="1200"/>
              <a:buNone/>
              <a:defRPr sz="1200"/>
            </a:lvl2pPr>
            <a:lvl3pPr marL="1371600" lvl="2" indent="-228600" algn="l">
              <a:lnSpc>
                <a:spcPct val="90000"/>
              </a:lnSpc>
              <a:spcBef>
                <a:spcPts val="500"/>
              </a:spcBef>
              <a:spcAft>
                <a:spcPts val="0"/>
              </a:spcAft>
              <a:buClr>
                <a:schemeClr val="lt1"/>
              </a:buClr>
              <a:buSzPts val="1000"/>
              <a:buNone/>
              <a:defRPr sz="1000"/>
            </a:lvl3pPr>
            <a:lvl4pPr marL="1828800" lvl="3" indent="-228600" algn="l">
              <a:lnSpc>
                <a:spcPct val="90000"/>
              </a:lnSpc>
              <a:spcBef>
                <a:spcPts val="500"/>
              </a:spcBef>
              <a:spcAft>
                <a:spcPts val="0"/>
              </a:spcAft>
              <a:buClr>
                <a:schemeClr val="lt1"/>
              </a:buClr>
              <a:buSzPts val="900"/>
              <a:buNone/>
              <a:defRPr sz="900"/>
            </a:lvl4pPr>
            <a:lvl5pPr marL="2286000" lvl="4" indent="-228600" algn="l">
              <a:lnSpc>
                <a:spcPct val="90000"/>
              </a:lnSpc>
              <a:spcBef>
                <a:spcPts val="500"/>
              </a:spcBef>
              <a:spcAft>
                <a:spcPts val="0"/>
              </a:spcAft>
              <a:buClr>
                <a:schemeClr val="lt1"/>
              </a:buClr>
              <a:buSzPts val="900"/>
              <a:buNone/>
              <a:defRPr sz="900"/>
            </a:lvl5pPr>
            <a:lvl6pPr marL="2743200" lvl="5" indent="-228600" algn="l">
              <a:lnSpc>
                <a:spcPct val="90000"/>
              </a:lnSpc>
              <a:spcBef>
                <a:spcPts val="500"/>
              </a:spcBef>
              <a:spcAft>
                <a:spcPts val="0"/>
              </a:spcAft>
              <a:buClr>
                <a:schemeClr val="lt1"/>
              </a:buClr>
              <a:buSzPts val="900"/>
              <a:buNone/>
              <a:defRPr sz="900"/>
            </a:lvl6pPr>
            <a:lvl7pPr marL="3200400" lvl="6" indent="-228600" algn="l">
              <a:lnSpc>
                <a:spcPct val="90000"/>
              </a:lnSpc>
              <a:spcBef>
                <a:spcPts val="500"/>
              </a:spcBef>
              <a:spcAft>
                <a:spcPts val="0"/>
              </a:spcAft>
              <a:buClr>
                <a:schemeClr val="lt1"/>
              </a:buClr>
              <a:buSzPts val="900"/>
              <a:buNone/>
              <a:defRPr sz="900"/>
            </a:lvl7pPr>
            <a:lvl8pPr marL="3657600" lvl="7" indent="-228600" algn="l">
              <a:lnSpc>
                <a:spcPct val="90000"/>
              </a:lnSpc>
              <a:spcBef>
                <a:spcPts val="500"/>
              </a:spcBef>
              <a:spcAft>
                <a:spcPts val="0"/>
              </a:spcAft>
              <a:buClr>
                <a:schemeClr val="lt1"/>
              </a:buClr>
              <a:buSzPts val="900"/>
              <a:buNone/>
              <a:defRPr sz="900"/>
            </a:lvl8pPr>
            <a:lvl9pPr marL="4114800" lvl="8" indent="-228600" algn="l">
              <a:lnSpc>
                <a:spcPct val="90000"/>
              </a:lnSpc>
              <a:spcBef>
                <a:spcPts val="500"/>
              </a:spcBef>
              <a:spcAft>
                <a:spcPts val="0"/>
              </a:spcAft>
              <a:buClr>
                <a:schemeClr val="lt1"/>
              </a:buClr>
              <a:buSzPts val="900"/>
              <a:buNone/>
              <a:defRPr sz="900"/>
            </a:lvl9pPr>
          </a:lstStyle>
          <a:p>
            <a:endParaRPr/>
          </a:p>
        </p:txBody>
      </p:sp>
      <p:sp>
        <p:nvSpPr>
          <p:cNvPr id="121" name="Google Shape;121;p30"/>
          <p:cNvSpPr txBox="1">
            <a:spLocks noGrp="1"/>
          </p:cNvSpPr>
          <p:nvPr>
            <p:ph type="body" idx="7"/>
          </p:nvPr>
        </p:nvSpPr>
        <p:spPr>
          <a:xfrm>
            <a:off x="8049731" y="4191000"/>
            <a:ext cx="3456469" cy="682765"/>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lt1"/>
              </a:buClr>
              <a:buSzPts val="2400"/>
              <a:buNone/>
              <a:defRPr sz="2400" b="0">
                <a:solidFill>
                  <a:schemeClr val="lt1"/>
                </a:solidFill>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122" name="Google Shape;122;p30"/>
          <p:cNvSpPr>
            <a:spLocks noGrp="1"/>
          </p:cNvSpPr>
          <p:nvPr>
            <p:ph type="pic" idx="8"/>
          </p:nvPr>
        </p:nvSpPr>
        <p:spPr>
          <a:xfrm>
            <a:off x="8049855" y="2362200"/>
            <a:ext cx="3447878" cy="1524000"/>
          </a:xfrm>
          <a:prstGeom prst="roundRect">
            <a:avLst>
              <a:gd name="adj" fmla="val 0"/>
            </a:avLst>
          </a:prstGeom>
          <a:noFill/>
          <a:ln>
            <a:noFill/>
          </a:ln>
          <a:effectLst>
            <a:outerShdw blurRad="50800" dist="50800" dir="5400000" algn="tl" rotWithShape="0">
              <a:srgbClr val="000000">
                <a:alpha val="41960"/>
              </a:srgbClr>
            </a:outerShdw>
          </a:effectLst>
        </p:spPr>
        <p:txBody>
          <a:bodyPr spcFirstLastPara="1" wrap="square" lIns="91425" tIns="45700" rIns="91425" bIns="45700" anchor="t" anchorCtr="0">
            <a:normAutofit/>
          </a:bodyPr>
          <a:lstStyle>
            <a:lvl1pPr marR="0" lvl="0" algn="ctr" rtl="0">
              <a:lnSpc>
                <a:spcPct val="90000"/>
              </a:lnSpc>
              <a:spcBef>
                <a:spcPts val="10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1pPr>
            <a:lvl2pPr marR="0" lvl="1"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2pPr>
            <a:lvl3pPr marR="0" lvl="2"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3pPr>
            <a:lvl4pPr marR="0" lvl="3"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4pPr>
            <a:lvl5pPr marR="0" lvl="4"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5pPr>
            <a:lvl6pPr marR="0" lvl="5"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6pPr>
            <a:lvl7pPr marR="0" lvl="6"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7pPr>
            <a:lvl8pPr marR="0" lvl="7"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8pPr>
            <a:lvl9pPr marR="0" lvl="8"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9pPr>
          </a:lstStyle>
          <a:p>
            <a:endParaRPr/>
          </a:p>
        </p:txBody>
      </p:sp>
      <p:sp>
        <p:nvSpPr>
          <p:cNvPr id="123" name="Google Shape;123;p30"/>
          <p:cNvSpPr txBox="1">
            <a:spLocks noGrp="1"/>
          </p:cNvSpPr>
          <p:nvPr>
            <p:ph type="body" idx="9"/>
          </p:nvPr>
        </p:nvSpPr>
        <p:spPr>
          <a:xfrm>
            <a:off x="8049731" y="4873761"/>
            <a:ext cx="3452445" cy="1344921"/>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400"/>
              <a:buNone/>
              <a:defRPr sz="1400"/>
            </a:lvl1pPr>
            <a:lvl2pPr marL="914400" lvl="1" indent="-228600" algn="l">
              <a:lnSpc>
                <a:spcPct val="90000"/>
              </a:lnSpc>
              <a:spcBef>
                <a:spcPts val="500"/>
              </a:spcBef>
              <a:spcAft>
                <a:spcPts val="0"/>
              </a:spcAft>
              <a:buClr>
                <a:schemeClr val="lt1"/>
              </a:buClr>
              <a:buSzPts val="1200"/>
              <a:buNone/>
              <a:defRPr sz="1200"/>
            </a:lvl2pPr>
            <a:lvl3pPr marL="1371600" lvl="2" indent="-228600" algn="l">
              <a:lnSpc>
                <a:spcPct val="90000"/>
              </a:lnSpc>
              <a:spcBef>
                <a:spcPts val="500"/>
              </a:spcBef>
              <a:spcAft>
                <a:spcPts val="0"/>
              </a:spcAft>
              <a:buClr>
                <a:schemeClr val="lt1"/>
              </a:buClr>
              <a:buSzPts val="1000"/>
              <a:buNone/>
              <a:defRPr sz="1000"/>
            </a:lvl3pPr>
            <a:lvl4pPr marL="1828800" lvl="3" indent="-228600" algn="l">
              <a:lnSpc>
                <a:spcPct val="90000"/>
              </a:lnSpc>
              <a:spcBef>
                <a:spcPts val="500"/>
              </a:spcBef>
              <a:spcAft>
                <a:spcPts val="0"/>
              </a:spcAft>
              <a:buClr>
                <a:schemeClr val="lt1"/>
              </a:buClr>
              <a:buSzPts val="900"/>
              <a:buNone/>
              <a:defRPr sz="900"/>
            </a:lvl4pPr>
            <a:lvl5pPr marL="2286000" lvl="4" indent="-228600" algn="l">
              <a:lnSpc>
                <a:spcPct val="90000"/>
              </a:lnSpc>
              <a:spcBef>
                <a:spcPts val="500"/>
              </a:spcBef>
              <a:spcAft>
                <a:spcPts val="0"/>
              </a:spcAft>
              <a:buClr>
                <a:schemeClr val="lt1"/>
              </a:buClr>
              <a:buSzPts val="900"/>
              <a:buNone/>
              <a:defRPr sz="900"/>
            </a:lvl5pPr>
            <a:lvl6pPr marL="2743200" lvl="5" indent="-228600" algn="l">
              <a:lnSpc>
                <a:spcPct val="90000"/>
              </a:lnSpc>
              <a:spcBef>
                <a:spcPts val="500"/>
              </a:spcBef>
              <a:spcAft>
                <a:spcPts val="0"/>
              </a:spcAft>
              <a:buClr>
                <a:schemeClr val="lt1"/>
              </a:buClr>
              <a:buSzPts val="900"/>
              <a:buNone/>
              <a:defRPr sz="900"/>
            </a:lvl6pPr>
            <a:lvl7pPr marL="3200400" lvl="6" indent="-228600" algn="l">
              <a:lnSpc>
                <a:spcPct val="90000"/>
              </a:lnSpc>
              <a:spcBef>
                <a:spcPts val="500"/>
              </a:spcBef>
              <a:spcAft>
                <a:spcPts val="0"/>
              </a:spcAft>
              <a:buClr>
                <a:schemeClr val="lt1"/>
              </a:buClr>
              <a:buSzPts val="900"/>
              <a:buNone/>
              <a:defRPr sz="900"/>
            </a:lvl7pPr>
            <a:lvl8pPr marL="3657600" lvl="7" indent="-228600" algn="l">
              <a:lnSpc>
                <a:spcPct val="90000"/>
              </a:lnSpc>
              <a:spcBef>
                <a:spcPts val="500"/>
              </a:spcBef>
              <a:spcAft>
                <a:spcPts val="0"/>
              </a:spcAft>
              <a:buClr>
                <a:schemeClr val="lt1"/>
              </a:buClr>
              <a:buSzPts val="900"/>
              <a:buNone/>
              <a:defRPr sz="900"/>
            </a:lvl8pPr>
            <a:lvl9pPr marL="4114800" lvl="8" indent="-228600" algn="l">
              <a:lnSpc>
                <a:spcPct val="90000"/>
              </a:lnSpc>
              <a:spcBef>
                <a:spcPts val="500"/>
              </a:spcBef>
              <a:spcAft>
                <a:spcPts val="0"/>
              </a:spcAft>
              <a:buClr>
                <a:schemeClr val="lt1"/>
              </a:buClr>
              <a:buSzPts val="900"/>
              <a:buNone/>
              <a:defRPr sz="900"/>
            </a:lvl9pPr>
          </a:lstStyle>
          <a:p>
            <a:endParaRPr/>
          </a:p>
        </p:txBody>
      </p:sp>
      <p:sp>
        <p:nvSpPr>
          <p:cNvPr id="124" name="Google Shape;124;p30"/>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25" name="Google Shape;125;p30"/>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26" name="Google Shape;126;p30"/>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127"/>
        <p:cNvGrpSpPr/>
        <p:nvPr/>
      </p:nvGrpSpPr>
      <p:grpSpPr>
        <a:xfrm>
          <a:off x="0" y="0"/>
          <a:ext cx="0" cy="0"/>
          <a:chOff x="0" y="0"/>
          <a:chExt cx="0" cy="0"/>
        </a:xfrm>
      </p:grpSpPr>
      <p:sp>
        <p:nvSpPr>
          <p:cNvPr id="128" name="Google Shape;128;p31"/>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29" name="Google Shape;129;p31"/>
          <p:cNvSpPr txBox="1">
            <a:spLocks noGrp="1"/>
          </p:cNvSpPr>
          <p:nvPr>
            <p:ph type="body" idx="1"/>
          </p:nvPr>
        </p:nvSpPr>
        <p:spPr>
          <a:xfrm rot="5400000">
            <a:off x="4083937" y="-1203579"/>
            <a:ext cx="4024125" cy="108204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130" name="Google Shape;130;p31"/>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1" name="Google Shape;131;p31"/>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2" name="Google Shape;132;p31"/>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matchingName="Vertical Title and Text" type="vertTitleAndTx">
  <p:cSld name="VERTICAL_TITLE_AND_VERTICAL_TEXT">
    <p:spTree>
      <p:nvGrpSpPr>
        <p:cNvPr id="1" name="Shape 133"/>
        <p:cNvGrpSpPr/>
        <p:nvPr/>
      </p:nvGrpSpPr>
      <p:grpSpPr>
        <a:xfrm>
          <a:off x="0" y="0"/>
          <a:ext cx="0" cy="0"/>
          <a:chOff x="0" y="0"/>
          <a:chExt cx="0" cy="0"/>
        </a:xfrm>
      </p:grpSpPr>
      <p:pic>
        <p:nvPicPr>
          <p:cNvPr id="134" name="Google Shape;134;p32" descr="C0-HD-BTM.png"/>
          <p:cNvPicPr preferRelativeResize="0"/>
          <p:nvPr/>
        </p:nvPicPr>
        <p:blipFill rotWithShape="1">
          <a:blip r:embed="rId2">
            <a:alphaModFix/>
          </a:blip>
          <a:srcRect/>
          <a:stretch/>
        </p:blipFill>
        <p:spPr>
          <a:xfrm>
            <a:off x="0" y="4375150"/>
            <a:ext cx="12192000" cy="2482850"/>
          </a:xfrm>
          <a:prstGeom prst="rect">
            <a:avLst/>
          </a:prstGeom>
          <a:noFill/>
          <a:ln>
            <a:noFill/>
          </a:ln>
        </p:spPr>
      </p:pic>
      <p:sp>
        <p:nvSpPr>
          <p:cNvPr id="135" name="Google Shape;135;p32"/>
          <p:cNvSpPr txBox="1">
            <a:spLocks noGrp="1"/>
          </p:cNvSpPr>
          <p:nvPr>
            <p:ph type="title"/>
          </p:nvPr>
        </p:nvSpPr>
        <p:spPr>
          <a:xfrm rot="5400000">
            <a:off x="8525933" y="1667933"/>
            <a:ext cx="3903133" cy="20574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lt1"/>
              </a:buClr>
              <a:buSzPts val="4000"/>
              <a:buFont typeface="Century Gothic"/>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6" name="Google Shape;136;p32"/>
          <p:cNvSpPr txBox="1">
            <a:spLocks noGrp="1"/>
          </p:cNvSpPr>
          <p:nvPr>
            <p:ph type="body" idx="1"/>
          </p:nvPr>
        </p:nvSpPr>
        <p:spPr>
          <a:xfrm rot="5400000">
            <a:off x="3175000" y="-1405467"/>
            <a:ext cx="3903133" cy="8204201"/>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137" name="Google Shape;137;p32"/>
          <p:cNvSpPr txBox="1">
            <a:spLocks noGrp="1"/>
          </p:cNvSpPr>
          <p:nvPr>
            <p:ph type="dt" idx="10"/>
          </p:nvPr>
        </p:nvSpPr>
        <p:spPr>
          <a:xfrm>
            <a:off x="7814452" y="379941"/>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8" name="Google Shape;138;p32"/>
          <p:cNvSpPr txBox="1">
            <a:spLocks noGrp="1"/>
          </p:cNvSpPr>
          <p:nvPr>
            <p:ph type="ftr" idx="11"/>
          </p:nvPr>
        </p:nvSpPr>
        <p:spPr>
          <a:xfrm>
            <a:off x="685800" y="381000"/>
            <a:ext cx="6991492"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9" name="Google Shape;139;p32"/>
          <p:cNvSpPr txBox="1">
            <a:spLocks noGrp="1"/>
          </p:cNvSpPr>
          <p:nvPr>
            <p:ph type="sldNum" idx="12"/>
          </p:nvPr>
        </p:nvSpPr>
        <p:spPr>
          <a:xfrm>
            <a:off x="10862452" y="381000"/>
            <a:ext cx="643748"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Shape 5"/>
        <p:cNvGrpSpPr/>
        <p:nvPr/>
      </p:nvGrpSpPr>
      <p:grpSpPr>
        <a:xfrm>
          <a:off x="0" y="0"/>
          <a:ext cx="0" cy="0"/>
          <a:chOff x="0" y="0"/>
          <a:chExt cx="0" cy="0"/>
        </a:xfrm>
      </p:grpSpPr>
      <p:pic>
        <p:nvPicPr>
          <p:cNvPr id="6" name="Google Shape;6;p15" descr="C0-HD-TOP.png"/>
          <p:cNvPicPr preferRelativeResize="0"/>
          <p:nvPr/>
        </p:nvPicPr>
        <p:blipFill rotWithShape="1">
          <a:blip r:embed="rId19">
            <a:alphaModFix/>
          </a:blip>
          <a:srcRect/>
          <a:stretch/>
        </p:blipFill>
        <p:spPr>
          <a:xfrm>
            <a:off x="0" y="0"/>
            <a:ext cx="12192000" cy="1441450"/>
          </a:xfrm>
          <a:prstGeom prst="rect">
            <a:avLst/>
          </a:prstGeom>
          <a:noFill/>
          <a:ln>
            <a:noFill/>
          </a:ln>
        </p:spPr>
      </p:pic>
      <p:sp>
        <p:nvSpPr>
          <p:cNvPr id="7" name="Google Shape;7;p15"/>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lvl1pPr marR="0" lvl="0" algn="r" rtl="0">
              <a:lnSpc>
                <a:spcPct val="90000"/>
              </a:lnSpc>
              <a:spcBef>
                <a:spcPts val="0"/>
              </a:spcBef>
              <a:spcAft>
                <a:spcPts val="0"/>
              </a:spcAft>
              <a:buClr>
                <a:schemeClr val="lt1"/>
              </a:buClr>
              <a:buSzPts val="4000"/>
              <a:buFont typeface="Century Gothic"/>
              <a:buNone/>
              <a:defRPr sz="4000" b="0" i="0" u="none" strike="noStrike" cap="none">
                <a:solidFill>
                  <a:schemeClr val="lt1"/>
                </a:solidFill>
                <a:latin typeface="Century Gothic"/>
                <a:ea typeface="Century Gothic"/>
                <a:cs typeface="Century Gothic"/>
                <a:sym typeface="Century Gothic"/>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8" name="Google Shape;8;p15"/>
          <p:cNvSpPr txBox="1">
            <a:spLocks noGrp="1"/>
          </p:cNvSpPr>
          <p:nvPr>
            <p:ph type="body" idx="1"/>
          </p:nvPr>
        </p:nvSpPr>
        <p:spPr>
          <a:xfrm>
            <a:off x="685800" y="2194560"/>
            <a:ext cx="10820400" cy="4024125"/>
          </a:xfrm>
          <a:prstGeom prst="rect">
            <a:avLst/>
          </a:prstGeom>
          <a:noFill/>
          <a:ln>
            <a:noFill/>
          </a:ln>
        </p:spPr>
        <p:txBody>
          <a:bodyPr spcFirstLastPara="1" wrap="square" lIns="91425" tIns="45700" rIns="91425" bIns="45700" anchor="t" anchorCtr="0">
            <a:normAutofit/>
          </a:bodyPr>
          <a:lstStyle>
            <a:lvl1pPr marL="457200" marR="0" lvl="0" indent="-368300" algn="l" rtl="0">
              <a:lnSpc>
                <a:spcPct val="90000"/>
              </a:lnSpc>
              <a:spcBef>
                <a:spcPts val="1000"/>
              </a:spcBef>
              <a:spcAft>
                <a:spcPts val="0"/>
              </a:spcAft>
              <a:buClr>
                <a:schemeClr val="lt1"/>
              </a:buClr>
              <a:buSzPts val="2200"/>
              <a:buFont typeface="Arial"/>
              <a:buChar char="•"/>
              <a:defRPr sz="2200" b="0" i="0" u="none" strike="noStrike" cap="none">
                <a:solidFill>
                  <a:schemeClr val="lt1"/>
                </a:solidFill>
                <a:latin typeface="Century Gothic"/>
                <a:ea typeface="Century Gothic"/>
                <a:cs typeface="Century Gothic"/>
                <a:sym typeface="Century Gothic"/>
              </a:defRPr>
            </a:lvl1pPr>
            <a:lvl2pPr marL="914400" marR="0" lvl="1" indent="-355600" algn="l" rtl="0">
              <a:lnSpc>
                <a:spcPct val="90000"/>
              </a:lnSpc>
              <a:spcBef>
                <a:spcPts val="500"/>
              </a:spcBef>
              <a:spcAft>
                <a:spcPts val="0"/>
              </a:spcAft>
              <a:buClr>
                <a:schemeClr val="lt1"/>
              </a:buClr>
              <a:buSzPts val="2000"/>
              <a:buFont typeface="Arial"/>
              <a:buChar char="•"/>
              <a:defRPr sz="2000" b="0" i="0" u="none" strike="noStrike" cap="none">
                <a:solidFill>
                  <a:schemeClr val="lt1"/>
                </a:solidFill>
                <a:latin typeface="Century Gothic"/>
                <a:ea typeface="Century Gothic"/>
                <a:cs typeface="Century Gothic"/>
                <a:sym typeface="Century Gothic"/>
              </a:defRPr>
            </a:lvl2pPr>
            <a:lvl3pPr marL="1371600" marR="0" lvl="2" indent="-342900" algn="l" rtl="0">
              <a:lnSpc>
                <a:spcPct val="90000"/>
              </a:lnSpc>
              <a:spcBef>
                <a:spcPts val="500"/>
              </a:spcBef>
              <a:spcAft>
                <a:spcPts val="0"/>
              </a:spcAft>
              <a:buClr>
                <a:schemeClr val="lt1"/>
              </a:buClr>
              <a:buSzPts val="1800"/>
              <a:buFont typeface="Arial"/>
              <a:buChar char="•"/>
              <a:defRPr sz="1800" b="0" i="0" u="none" strike="noStrike" cap="none">
                <a:solidFill>
                  <a:schemeClr val="lt1"/>
                </a:solidFill>
                <a:latin typeface="Century Gothic"/>
                <a:ea typeface="Century Gothic"/>
                <a:cs typeface="Century Gothic"/>
                <a:sym typeface="Century Gothic"/>
              </a:defRPr>
            </a:lvl3pPr>
            <a:lvl4pPr marL="1828800" marR="0" lvl="3" indent="-330200" algn="l" rtl="0">
              <a:lnSpc>
                <a:spcPct val="90000"/>
              </a:lnSpc>
              <a:spcBef>
                <a:spcPts val="500"/>
              </a:spcBef>
              <a:spcAft>
                <a:spcPts val="0"/>
              </a:spcAft>
              <a:buClr>
                <a:schemeClr val="lt1"/>
              </a:buClr>
              <a:buSzPts val="1600"/>
              <a:buFont typeface="Arial"/>
              <a:buChar char="•"/>
              <a:defRPr sz="1600" b="0" i="0" u="none" strike="noStrike" cap="none">
                <a:solidFill>
                  <a:schemeClr val="lt1"/>
                </a:solidFill>
                <a:latin typeface="Century Gothic"/>
                <a:ea typeface="Century Gothic"/>
                <a:cs typeface="Century Gothic"/>
                <a:sym typeface="Century Gothic"/>
              </a:defRPr>
            </a:lvl4pPr>
            <a:lvl5pPr marL="2286000" marR="0" lvl="4" indent="-330200" algn="l" rtl="0">
              <a:lnSpc>
                <a:spcPct val="90000"/>
              </a:lnSpc>
              <a:spcBef>
                <a:spcPts val="500"/>
              </a:spcBef>
              <a:spcAft>
                <a:spcPts val="0"/>
              </a:spcAft>
              <a:buClr>
                <a:schemeClr val="lt1"/>
              </a:buClr>
              <a:buSzPts val="1600"/>
              <a:buFont typeface="Arial"/>
              <a:buChar char="•"/>
              <a:defRPr sz="1600" b="0" i="0" u="none" strike="noStrike" cap="none">
                <a:solidFill>
                  <a:schemeClr val="lt1"/>
                </a:solidFill>
                <a:latin typeface="Century Gothic"/>
                <a:ea typeface="Century Gothic"/>
                <a:cs typeface="Century Gothic"/>
                <a:sym typeface="Century Gothic"/>
              </a:defRPr>
            </a:lvl5pPr>
            <a:lvl6pPr marL="2743200" marR="0" lvl="5" indent="-330200" algn="l" rtl="0">
              <a:lnSpc>
                <a:spcPct val="90000"/>
              </a:lnSpc>
              <a:spcBef>
                <a:spcPts val="500"/>
              </a:spcBef>
              <a:spcAft>
                <a:spcPts val="0"/>
              </a:spcAft>
              <a:buClr>
                <a:schemeClr val="lt1"/>
              </a:buClr>
              <a:buSzPts val="1600"/>
              <a:buFont typeface="Arial"/>
              <a:buChar char="•"/>
              <a:defRPr sz="1600" b="0" i="0" u="none" strike="noStrike" cap="none">
                <a:solidFill>
                  <a:schemeClr val="lt1"/>
                </a:solidFill>
                <a:latin typeface="Century Gothic"/>
                <a:ea typeface="Century Gothic"/>
                <a:cs typeface="Century Gothic"/>
                <a:sym typeface="Century Gothic"/>
              </a:defRPr>
            </a:lvl6pPr>
            <a:lvl7pPr marL="3200400" marR="0" lvl="6" indent="-330200" algn="l" rtl="0">
              <a:lnSpc>
                <a:spcPct val="90000"/>
              </a:lnSpc>
              <a:spcBef>
                <a:spcPts val="500"/>
              </a:spcBef>
              <a:spcAft>
                <a:spcPts val="0"/>
              </a:spcAft>
              <a:buClr>
                <a:schemeClr val="lt1"/>
              </a:buClr>
              <a:buSzPts val="1600"/>
              <a:buFont typeface="Arial"/>
              <a:buChar char="•"/>
              <a:defRPr sz="1600" b="0" i="0" u="none" strike="noStrike" cap="none">
                <a:solidFill>
                  <a:schemeClr val="lt1"/>
                </a:solidFill>
                <a:latin typeface="Century Gothic"/>
                <a:ea typeface="Century Gothic"/>
                <a:cs typeface="Century Gothic"/>
                <a:sym typeface="Century Gothic"/>
              </a:defRPr>
            </a:lvl7pPr>
            <a:lvl8pPr marL="3657600" marR="0" lvl="7" indent="-330200" algn="l" rtl="0">
              <a:lnSpc>
                <a:spcPct val="90000"/>
              </a:lnSpc>
              <a:spcBef>
                <a:spcPts val="500"/>
              </a:spcBef>
              <a:spcAft>
                <a:spcPts val="0"/>
              </a:spcAft>
              <a:buClr>
                <a:schemeClr val="lt1"/>
              </a:buClr>
              <a:buSzPts val="1600"/>
              <a:buFont typeface="Arial"/>
              <a:buChar char="•"/>
              <a:defRPr sz="1600" b="0" i="0" u="none" strike="noStrike" cap="none">
                <a:solidFill>
                  <a:schemeClr val="lt1"/>
                </a:solidFill>
                <a:latin typeface="Century Gothic"/>
                <a:ea typeface="Century Gothic"/>
                <a:cs typeface="Century Gothic"/>
                <a:sym typeface="Century Gothic"/>
              </a:defRPr>
            </a:lvl8pPr>
            <a:lvl9pPr marL="4114800" marR="0" lvl="8" indent="-330200" algn="l" rtl="0">
              <a:lnSpc>
                <a:spcPct val="90000"/>
              </a:lnSpc>
              <a:spcBef>
                <a:spcPts val="500"/>
              </a:spcBef>
              <a:spcAft>
                <a:spcPts val="0"/>
              </a:spcAft>
              <a:buClr>
                <a:schemeClr val="lt1"/>
              </a:buClr>
              <a:buSzPts val="1600"/>
              <a:buFont typeface="Arial"/>
              <a:buChar char="•"/>
              <a:defRPr sz="1600" b="0" i="0" u="none" strike="noStrike" cap="none">
                <a:solidFill>
                  <a:schemeClr val="lt1"/>
                </a:solidFill>
                <a:latin typeface="Century Gothic"/>
                <a:ea typeface="Century Gothic"/>
                <a:cs typeface="Century Gothic"/>
                <a:sym typeface="Century Gothic"/>
              </a:defRPr>
            </a:lvl9pPr>
          </a:lstStyle>
          <a:p>
            <a:endParaRPr/>
          </a:p>
        </p:txBody>
      </p:sp>
      <p:sp>
        <p:nvSpPr>
          <p:cNvPr id="9" name="Google Shape;9;p15"/>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marR="0" lvl="0" algn="r" rtl="0">
              <a:lnSpc>
                <a:spcPct val="100000"/>
              </a:lnSpc>
              <a:spcBef>
                <a:spcPts val="0"/>
              </a:spcBef>
              <a:spcAft>
                <a:spcPts val="0"/>
              </a:spcAft>
              <a:buClr>
                <a:srgbClr val="000000"/>
              </a:buClr>
              <a:buSzPts val="1400"/>
              <a:buFont typeface="Arial"/>
              <a:buNone/>
              <a:defRPr sz="1050" b="0" i="0" u="none" strike="noStrike" cap="none">
                <a:solidFill>
                  <a:schemeClr val="lt1"/>
                </a:solidFill>
                <a:latin typeface="Century Gothic"/>
                <a:ea typeface="Century Gothic"/>
                <a:cs typeface="Century Gothic"/>
                <a:sym typeface="Century Gothic"/>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9pPr>
          </a:lstStyle>
          <a:p>
            <a:endParaRPr/>
          </a:p>
        </p:txBody>
      </p:sp>
      <p:sp>
        <p:nvSpPr>
          <p:cNvPr id="10" name="Google Shape;10;p15"/>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050" b="0" i="0" u="none" strike="noStrike" cap="none">
                <a:solidFill>
                  <a:schemeClr val="lt1"/>
                </a:solidFill>
                <a:latin typeface="Century Gothic"/>
                <a:ea typeface="Century Gothic"/>
                <a:cs typeface="Century Gothic"/>
                <a:sym typeface="Century Gothic"/>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9pPr>
          </a:lstStyle>
          <a:p>
            <a:endParaRPr/>
          </a:p>
        </p:txBody>
      </p:sp>
      <p:sp>
        <p:nvSpPr>
          <p:cNvPr id="11" name="Google Shape;11;p15"/>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rtl="0">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rtl="0">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rtl="0">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rtl="0">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rtl="0">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rtl="0">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rtl="0">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rtl="0">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2.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tags" Target="../tags/tag3.xml"/><Relationship Id="rId5" Type="http://schemas.openxmlformats.org/officeDocument/2006/relationships/image" Target="../media/image3.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tags" Target="../tags/tag4.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tags" Target="../tags/tag5.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tags" Target="../tags/tag6.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xml"/><Relationship Id="rId1" Type="http://schemas.openxmlformats.org/officeDocument/2006/relationships/tags" Target="../tags/tag7.xml"/><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2.xml"/><Relationship Id="rId1" Type="http://schemas.openxmlformats.org/officeDocument/2006/relationships/tags" Target="../tags/tag8.xml"/><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2.xml"/><Relationship Id="rId1" Type="http://schemas.openxmlformats.org/officeDocument/2006/relationships/tags" Target="../tags/tag9.xml"/><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2.xml"/><Relationship Id="rId1" Type="http://schemas.openxmlformats.org/officeDocument/2006/relationships/tags" Target="../tags/tag10.xml"/><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2.xml"/><Relationship Id="rId1" Type="http://schemas.openxmlformats.org/officeDocument/2006/relationships/tags" Target="../tags/tag11.xml"/><Relationship Id="rId4" Type="http://schemas.openxmlformats.org/officeDocument/2006/relationships/image" Target="../media/image3.pn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2.xml"/><Relationship Id="rId1" Type="http://schemas.openxmlformats.org/officeDocument/2006/relationships/tags" Target="../tags/tag12.xml"/><Relationship Id="rId4" Type="http://schemas.openxmlformats.org/officeDocument/2006/relationships/image" Target="../media/image3.pn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2.xml"/><Relationship Id="rId1" Type="http://schemas.openxmlformats.org/officeDocument/2006/relationships/tags" Target="../tags/tag13.xml"/><Relationship Id="rId4" Type="http://schemas.openxmlformats.org/officeDocument/2006/relationships/image" Target="../media/image3.png"/></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2.xml"/><Relationship Id="rId1" Type="http://schemas.openxmlformats.org/officeDocument/2006/relationships/tags" Target="../tags/tag14.xml"/><Relationship Id="rId5" Type="http://schemas.openxmlformats.org/officeDocument/2006/relationships/image" Target="../media/image3.png"/><Relationship Id="rId4" Type="http://schemas.openxmlformats.org/officeDocument/2006/relationships/image" Target="../media/image5.png"/></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2.xml"/><Relationship Id="rId1" Type="http://schemas.openxmlformats.org/officeDocument/2006/relationships/tags" Target="../tags/tag15.xml"/><Relationship Id="rId4" Type="http://schemas.openxmlformats.org/officeDocument/2006/relationships/image" Target="../media/image3.png"/></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2.xml"/><Relationship Id="rId1" Type="http://schemas.openxmlformats.org/officeDocument/2006/relationships/tags" Target="../tags/tag16.xml"/><Relationship Id="rId4" Type="http://schemas.openxmlformats.org/officeDocument/2006/relationships/image" Target="../media/image3.png"/></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2.xml"/><Relationship Id="rId1" Type="http://schemas.openxmlformats.org/officeDocument/2006/relationships/tags" Target="../tags/tag17.xml"/><Relationship Id="rId4" Type="http://schemas.openxmlformats.org/officeDocument/2006/relationships/image" Target="../media/image3.png"/></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2.xml"/><Relationship Id="rId1" Type="http://schemas.openxmlformats.org/officeDocument/2006/relationships/tags" Target="../tags/tag18.xml"/><Relationship Id="rId4" Type="http://schemas.openxmlformats.org/officeDocument/2006/relationships/image" Target="../media/image3.png"/></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2.xml"/><Relationship Id="rId1" Type="http://schemas.openxmlformats.org/officeDocument/2006/relationships/tags" Target="../tags/tag19.xml"/><Relationship Id="rId4" Type="http://schemas.openxmlformats.org/officeDocument/2006/relationships/image" Target="../media/image3.png"/></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2.xml"/><Relationship Id="rId1" Type="http://schemas.openxmlformats.org/officeDocument/2006/relationships/tags" Target="../tags/tag20.xml"/><Relationship Id="rId6" Type="http://schemas.openxmlformats.org/officeDocument/2006/relationships/image" Target="../media/image3.png"/><Relationship Id="rId5" Type="http://schemas.openxmlformats.org/officeDocument/2006/relationships/hyperlink" Target="https://www.breachsense.com/blog/equifax-data-breach/" TargetMode="External"/><Relationship Id="rId4" Type="http://schemas.openxmlformats.org/officeDocument/2006/relationships/hyperlink" Target="https://archive.epic.org/privacy/data-breach/equifax/"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1"/>
          <p:cNvSpPr txBox="1">
            <a:spLocks noGrp="1"/>
          </p:cNvSpPr>
          <p:nvPr>
            <p:ph type="ctrTitle"/>
          </p:nvPr>
        </p:nvSpPr>
        <p:spPr>
          <a:xfrm>
            <a:off x="1371600" y="1790153"/>
            <a:ext cx="9448800" cy="1825096"/>
          </a:xfrm>
          <a:prstGeom prst="rect">
            <a:avLst/>
          </a:prstGeom>
          <a:noFill/>
          <a:ln>
            <a:noFill/>
          </a:ln>
        </p:spPr>
        <p:txBody>
          <a:bodyPr spcFirstLastPara="1" wrap="square" lIns="91425" tIns="45700" rIns="91425" bIns="45700" anchor="b" anchorCtr="0">
            <a:normAutofit/>
          </a:bodyPr>
          <a:lstStyle/>
          <a:p>
            <a:pPr marL="0" lvl="0" indent="0" algn="l" rtl="0">
              <a:lnSpc>
                <a:spcPct val="90000"/>
              </a:lnSpc>
              <a:spcBef>
                <a:spcPts val="0"/>
              </a:spcBef>
              <a:spcAft>
                <a:spcPts val="0"/>
              </a:spcAft>
              <a:buClr>
                <a:schemeClr val="lt1"/>
              </a:buClr>
              <a:buSzPts val="6000"/>
              <a:buFont typeface="Century Gothic"/>
              <a:buNone/>
            </a:pPr>
            <a:r>
              <a:rPr lang="en-US"/>
              <a:t>Green Pace</a:t>
            </a:r>
            <a:endParaRPr/>
          </a:p>
        </p:txBody>
      </p:sp>
      <p:sp>
        <p:nvSpPr>
          <p:cNvPr id="145" name="Google Shape;145;p1"/>
          <p:cNvSpPr txBox="1">
            <a:spLocks noGrp="1"/>
          </p:cNvSpPr>
          <p:nvPr>
            <p:ph type="subTitle" idx="1"/>
          </p:nvPr>
        </p:nvSpPr>
        <p:spPr>
          <a:xfrm>
            <a:off x="1371600" y="3632200"/>
            <a:ext cx="9448800" cy="1561592"/>
          </a:xfrm>
          <a:prstGeom prst="rect">
            <a:avLst/>
          </a:prstGeom>
          <a:noFill/>
          <a:ln>
            <a:noFill/>
          </a:ln>
        </p:spPr>
        <p:txBody>
          <a:bodyPr spcFirstLastPara="1" wrap="square" lIns="91425" tIns="45700" rIns="91425" bIns="45700" anchor="t" anchorCtr="0">
            <a:normAutofit/>
          </a:bodyPr>
          <a:lstStyle/>
          <a:p>
            <a:pPr marL="0" lvl="0" indent="0" algn="l" rtl="0">
              <a:lnSpc>
                <a:spcPct val="70000"/>
              </a:lnSpc>
              <a:spcBef>
                <a:spcPts val="0"/>
              </a:spcBef>
              <a:spcAft>
                <a:spcPts val="0"/>
              </a:spcAft>
              <a:buClr>
                <a:schemeClr val="lt1"/>
              </a:buClr>
              <a:buSzPts val="1850"/>
              <a:buNone/>
            </a:pPr>
            <a:r>
              <a:rPr lang="en-US" sz="1850" dirty="0"/>
              <a:t>Security Policy Presentation</a:t>
            </a:r>
          </a:p>
          <a:p>
            <a:pPr marL="0" lvl="0" indent="0" algn="l" rtl="0">
              <a:lnSpc>
                <a:spcPct val="70000"/>
              </a:lnSpc>
              <a:spcBef>
                <a:spcPts val="0"/>
              </a:spcBef>
              <a:spcAft>
                <a:spcPts val="0"/>
              </a:spcAft>
              <a:buClr>
                <a:schemeClr val="lt1"/>
              </a:buClr>
              <a:buSzPts val="1850"/>
              <a:buNone/>
            </a:pPr>
            <a:endParaRPr dirty="0"/>
          </a:p>
          <a:p>
            <a:pPr marL="0" lvl="0" indent="0" algn="l" rtl="0">
              <a:lnSpc>
                <a:spcPct val="70000"/>
              </a:lnSpc>
              <a:spcBef>
                <a:spcPts val="1000"/>
              </a:spcBef>
              <a:spcAft>
                <a:spcPts val="0"/>
              </a:spcAft>
              <a:buClr>
                <a:schemeClr val="lt1"/>
              </a:buClr>
              <a:buSzPts val="1850"/>
              <a:buNone/>
            </a:pPr>
            <a:r>
              <a:rPr lang="en-US" sz="1850" dirty="0"/>
              <a:t>Developer: </a:t>
            </a:r>
            <a:r>
              <a:rPr lang="en-US" sz="1850" i="1" dirty="0"/>
              <a:t>Ryan Blackburn</a:t>
            </a:r>
            <a:endParaRPr sz="1850" i="1" dirty="0"/>
          </a:p>
        </p:txBody>
      </p:sp>
      <p:pic>
        <p:nvPicPr>
          <p:cNvPr id="146" name="Google Shape;146;p1" descr="Green Pace logo"/>
          <p:cNvPicPr preferRelativeResize="0"/>
          <p:nvPr/>
        </p:nvPicPr>
        <p:blipFill>
          <a:blip r:embed="rId4">
            <a:alphaModFix/>
          </a:blip>
          <a:stretch>
            <a:fillRect/>
          </a:stretch>
        </p:blipFill>
        <p:spPr>
          <a:xfrm>
            <a:off x="7440774" y="659854"/>
            <a:ext cx="2921424" cy="3786772"/>
          </a:xfrm>
          <a:prstGeom prst="rect">
            <a:avLst/>
          </a:prstGeom>
          <a:noFill/>
          <a:ln>
            <a:noFill/>
          </a:ln>
        </p:spPr>
      </p:pic>
    </p:spTree>
    <p:custDataLst>
      <p:tags r:id="rId1"/>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50"/>
        <p:cNvGrpSpPr/>
        <p:nvPr/>
      </p:nvGrpSpPr>
      <p:grpSpPr>
        <a:xfrm>
          <a:off x="0" y="0"/>
          <a:ext cx="0" cy="0"/>
          <a:chOff x="0" y="0"/>
          <a:chExt cx="0" cy="0"/>
        </a:xfrm>
      </p:grpSpPr>
      <p:sp>
        <p:nvSpPr>
          <p:cNvPr id="151" name="Google Shape;151;p3"/>
          <p:cNvSpPr txBox="1">
            <a:spLocks noGrp="1"/>
          </p:cNvSpPr>
          <p:nvPr>
            <p:ph type="title"/>
          </p:nvPr>
        </p:nvSpPr>
        <p:spPr>
          <a:xfrm>
            <a:off x="3487881" y="140919"/>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dirty="0"/>
              <a:t>OVERVIEW: DEFENSE IN DEPTH</a:t>
            </a:r>
            <a:endParaRPr dirty="0"/>
          </a:p>
        </p:txBody>
      </p:sp>
      <p:sp>
        <p:nvSpPr>
          <p:cNvPr id="152" name="Google Shape;152;p3"/>
          <p:cNvSpPr txBox="1">
            <a:spLocks noGrp="1"/>
          </p:cNvSpPr>
          <p:nvPr>
            <p:ph type="body" idx="1"/>
          </p:nvPr>
        </p:nvSpPr>
        <p:spPr>
          <a:xfrm>
            <a:off x="342900" y="1048741"/>
            <a:ext cx="11849100" cy="2012063"/>
          </a:xfrm>
          <a:prstGeom prst="rect">
            <a:avLst/>
          </a:prstGeom>
          <a:noFill/>
          <a:ln>
            <a:noFill/>
          </a:ln>
        </p:spPr>
        <p:txBody>
          <a:bodyPr spcFirstLastPara="1" wrap="square" lIns="91425" tIns="45700" rIns="91425" bIns="45700" anchor="t" anchorCtr="0">
            <a:normAutofit/>
          </a:bodyPr>
          <a:lstStyle/>
          <a:p>
            <a:pPr marL="342900">
              <a:buSzPts val="2200"/>
            </a:pPr>
            <a:r>
              <a:rPr lang="en-US" dirty="0"/>
              <a:t>The Equifax 2017 data breach exposed sensitive data due to an unpatched Apache Struts vulnerability.</a:t>
            </a:r>
          </a:p>
          <a:p>
            <a:pPr marL="342900">
              <a:buSzPts val="2200"/>
            </a:pPr>
            <a:r>
              <a:rPr lang="en-US" dirty="0"/>
              <a:t>The failure was caused by a breakdown across multiple layers of security.</a:t>
            </a:r>
          </a:p>
          <a:p>
            <a:pPr marL="342900">
              <a:buSzPts val="2200"/>
            </a:pPr>
            <a:r>
              <a:rPr lang="en-US" b="1" dirty="0"/>
              <a:t>This security policy is designed to prevent similar failures using a defense-in-depth strategy.</a:t>
            </a:r>
            <a:endParaRPr b="1" dirty="0"/>
          </a:p>
        </p:txBody>
      </p:sp>
      <p:pic>
        <p:nvPicPr>
          <p:cNvPr id="153" name="Google Shape;153;p3" descr="NHS (Healthcare) Defense in Depth – Shaun Van Niekerk&#10;Screenshot of defense-in-depth best practice of layered security.  This illustration provides a visual representation of the defense-in-depth best practice of layered security.&#10;Shows the following layers of developer defense: Physical security, Cloud security, Perimeter security, network security, Host security, Endpoint security, APP security and critical assets, systems, and data security."/>
          <p:cNvPicPr preferRelativeResize="0"/>
          <p:nvPr/>
        </p:nvPicPr>
        <p:blipFill rotWithShape="1">
          <a:blip r:embed="rId4">
            <a:alphaModFix/>
          </a:blip>
          <a:srcRect/>
          <a:stretch/>
        </p:blipFill>
        <p:spPr>
          <a:xfrm>
            <a:off x="105716" y="3060804"/>
            <a:ext cx="6453257" cy="3797196"/>
          </a:xfrm>
          <a:prstGeom prst="rect">
            <a:avLst/>
          </a:prstGeom>
          <a:noFill/>
          <a:ln>
            <a:noFill/>
          </a:ln>
        </p:spPr>
      </p:pic>
      <p:pic>
        <p:nvPicPr>
          <p:cNvPr id="154" name="Google Shape;154;p3" descr="Green Pace logo"/>
          <p:cNvPicPr preferRelativeResize="0"/>
          <p:nvPr/>
        </p:nvPicPr>
        <p:blipFill>
          <a:blip r:embed="rId5">
            <a:alphaModFix/>
          </a:blip>
          <a:stretch>
            <a:fillRect/>
          </a:stretch>
        </p:blipFill>
        <p:spPr>
          <a:xfrm>
            <a:off x="11084074" y="5440526"/>
            <a:ext cx="886601" cy="1149225"/>
          </a:xfrm>
          <a:prstGeom prst="rect">
            <a:avLst/>
          </a:prstGeom>
          <a:noFill/>
          <a:ln>
            <a:noFill/>
          </a:ln>
        </p:spPr>
      </p:pic>
      <p:sp>
        <p:nvSpPr>
          <p:cNvPr id="3" name="Google Shape;152;p3">
            <a:extLst>
              <a:ext uri="{FF2B5EF4-FFF2-40B4-BE49-F238E27FC236}">
                <a16:creationId xmlns:a16="http://schemas.microsoft.com/office/drawing/2014/main" id="{3F3E5F62-A42D-4EF4-004D-B15B6FAB4C5B}"/>
              </a:ext>
            </a:extLst>
          </p:cNvPr>
          <p:cNvSpPr txBox="1">
            <a:spLocks/>
          </p:cNvSpPr>
          <p:nvPr/>
        </p:nvSpPr>
        <p:spPr>
          <a:xfrm>
            <a:off x="6605732" y="2925984"/>
            <a:ext cx="5539508" cy="2383771"/>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42900" algn="l" rtl="0">
              <a:lnSpc>
                <a:spcPct val="90000"/>
              </a:lnSpc>
              <a:spcBef>
                <a:spcPts val="1000"/>
              </a:spcBef>
              <a:spcAft>
                <a:spcPts val="0"/>
              </a:spcAft>
              <a:buClr>
                <a:schemeClr val="lt1"/>
              </a:buClr>
              <a:buSzPts val="1800"/>
              <a:buFont typeface="Arial"/>
              <a:buChar char="•"/>
              <a:defRPr sz="2200" b="0" i="0" u="none" strike="noStrike" cap="none">
                <a:solidFill>
                  <a:schemeClr val="lt1"/>
                </a:solidFill>
                <a:latin typeface="Century Gothic"/>
                <a:ea typeface="Century Gothic"/>
                <a:cs typeface="Century Gothic"/>
                <a:sym typeface="Century Gothic"/>
              </a:defRPr>
            </a:lvl1pPr>
            <a:lvl2pPr marL="914400" marR="0" lvl="1" indent="-342900" algn="l" rtl="0">
              <a:lnSpc>
                <a:spcPct val="90000"/>
              </a:lnSpc>
              <a:spcBef>
                <a:spcPts val="500"/>
              </a:spcBef>
              <a:spcAft>
                <a:spcPts val="0"/>
              </a:spcAft>
              <a:buClr>
                <a:schemeClr val="lt1"/>
              </a:buClr>
              <a:buSzPts val="1800"/>
              <a:buFont typeface="Arial"/>
              <a:buChar char="•"/>
              <a:defRPr sz="2000" b="0" i="0" u="none" strike="noStrike" cap="none">
                <a:solidFill>
                  <a:schemeClr val="lt1"/>
                </a:solidFill>
                <a:latin typeface="Century Gothic"/>
                <a:ea typeface="Century Gothic"/>
                <a:cs typeface="Century Gothic"/>
                <a:sym typeface="Century Gothic"/>
              </a:defRPr>
            </a:lvl2pPr>
            <a:lvl3pPr marL="1371600" marR="0" lvl="2" indent="-342900" algn="l" rtl="0">
              <a:lnSpc>
                <a:spcPct val="90000"/>
              </a:lnSpc>
              <a:spcBef>
                <a:spcPts val="500"/>
              </a:spcBef>
              <a:spcAft>
                <a:spcPts val="0"/>
              </a:spcAft>
              <a:buClr>
                <a:schemeClr val="lt1"/>
              </a:buClr>
              <a:buSzPts val="1800"/>
              <a:buFont typeface="Arial"/>
              <a:buChar char="•"/>
              <a:defRPr sz="1800" b="0" i="0" u="none" strike="noStrike" cap="none">
                <a:solidFill>
                  <a:schemeClr val="lt1"/>
                </a:solidFill>
                <a:latin typeface="Century Gothic"/>
                <a:ea typeface="Century Gothic"/>
                <a:cs typeface="Century Gothic"/>
                <a:sym typeface="Century Gothic"/>
              </a:defRPr>
            </a:lvl3pPr>
            <a:lvl4pPr marL="1828800" marR="0" lvl="3" indent="-342900" algn="l" rtl="0">
              <a:lnSpc>
                <a:spcPct val="90000"/>
              </a:lnSpc>
              <a:spcBef>
                <a:spcPts val="500"/>
              </a:spcBef>
              <a:spcAft>
                <a:spcPts val="0"/>
              </a:spcAft>
              <a:buClr>
                <a:schemeClr val="lt1"/>
              </a:buClr>
              <a:buSzPts val="1800"/>
              <a:buFont typeface="Arial"/>
              <a:buChar char="•"/>
              <a:defRPr sz="1600" b="0" i="0" u="none" strike="noStrike" cap="none">
                <a:solidFill>
                  <a:schemeClr val="lt1"/>
                </a:solidFill>
                <a:latin typeface="Century Gothic"/>
                <a:ea typeface="Century Gothic"/>
                <a:cs typeface="Century Gothic"/>
                <a:sym typeface="Century Gothic"/>
              </a:defRPr>
            </a:lvl4pPr>
            <a:lvl5pPr marL="2286000" marR="0" lvl="4" indent="-342900" algn="l" rtl="0">
              <a:lnSpc>
                <a:spcPct val="90000"/>
              </a:lnSpc>
              <a:spcBef>
                <a:spcPts val="500"/>
              </a:spcBef>
              <a:spcAft>
                <a:spcPts val="0"/>
              </a:spcAft>
              <a:buClr>
                <a:schemeClr val="lt1"/>
              </a:buClr>
              <a:buSzPts val="1800"/>
              <a:buFont typeface="Arial"/>
              <a:buChar char="•"/>
              <a:defRPr sz="1600" b="0" i="0" u="none" strike="noStrike" cap="none">
                <a:solidFill>
                  <a:schemeClr val="lt1"/>
                </a:solidFill>
                <a:latin typeface="Century Gothic"/>
                <a:ea typeface="Century Gothic"/>
                <a:cs typeface="Century Gothic"/>
                <a:sym typeface="Century Gothic"/>
              </a:defRPr>
            </a:lvl5pPr>
            <a:lvl6pPr marL="2743200" marR="0" lvl="5" indent="-342900" algn="l" rtl="0">
              <a:lnSpc>
                <a:spcPct val="90000"/>
              </a:lnSpc>
              <a:spcBef>
                <a:spcPts val="500"/>
              </a:spcBef>
              <a:spcAft>
                <a:spcPts val="0"/>
              </a:spcAft>
              <a:buClr>
                <a:schemeClr val="lt1"/>
              </a:buClr>
              <a:buSzPts val="1800"/>
              <a:buFont typeface="Arial"/>
              <a:buChar char="•"/>
              <a:defRPr sz="1600" b="0" i="0" u="none" strike="noStrike" cap="none">
                <a:solidFill>
                  <a:schemeClr val="lt1"/>
                </a:solidFill>
                <a:latin typeface="Century Gothic"/>
                <a:ea typeface="Century Gothic"/>
                <a:cs typeface="Century Gothic"/>
                <a:sym typeface="Century Gothic"/>
              </a:defRPr>
            </a:lvl6pPr>
            <a:lvl7pPr marL="3200400" marR="0" lvl="6" indent="-342900" algn="l" rtl="0">
              <a:lnSpc>
                <a:spcPct val="90000"/>
              </a:lnSpc>
              <a:spcBef>
                <a:spcPts val="500"/>
              </a:spcBef>
              <a:spcAft>
                <a:spcPts val="0"/>
              </a:spcAft>
              <a:buClr>
                <a:schemeClr val="lt1"/>
              </a:buClr>
              <a:buSzPts val="1800"/>
              <a:buFont typeface="Arial"/>
              <a:buChar char="•"/>
              <a:defRPr sz="1600" b="0" i="0" u="none" strike="noStrike" cap="none">
                <a:solidFill>
                  <a:schemeClr val="lt1"/>
                </a:solidFill>
                <a:latin typeface="Century Gothic"/>
                <a:ea typeface="Century Gothic"/>
                <a:cs typeface="Century Gothic"/>
                <a:sym typeface="Century Gothic"/>
              </a:defRPr>
            </a:lvl7pPr>
            <a:lvl8pPr marL="3657600" marR="0" lvl="7" indent="-342900" algn="l" rtl="0">
              <a:lnSpc>
                <a:spcPct val="90000"/>
              </a:lnSpc>
              <a:spcBef>
                <a:spcPts val="500"/>
              </a:spcBef>
              <a:spcAft>
                <a:spcPts val="0"/>
              </a:spcAft>
              <a:buClr>
                <a:schemeClr val="lt1"/>
              </a:buClr>
              <a:buSzPts val="1800"/>
              <a:buFont typeface="Arial"/>
              <a:buChar char="•"/>
              <a:defRPr sz="1600" b="0" i="0" u="none" strike="noStrike" cap="none">
                <a:solidFill>
                  <a:schemeClr val="lt1"/>
                </a:solidFill>
                <a:latin typeface="Century Gothic"/>
                <a:ea typeface="Century Gothic"/>
                <a:cs typeface="Century Gothic"/>
                <a:sym typeface="Century Gothic"/>
              </a:defRPr>
            </a:lvl8pPr>
            <a:lvl9pPr marL="4114800" marR="0" lvl="8" indent="-342900" algn="l" rtl="0">
              <a:lnSpc>
                <a:spcPct val="90000"/>
              </a:lnSpc>
              <a:spcBef>
                <a:spcPts val="500"/>
              </a:spcBef>
              <a:spcAft>
                <a:spcPts val="0"/>
              </a:spcAft>
              <a:buClr>
                <a:schemeClr val="lt1"/>
              </a:buClr>
              <a:buSzPts val="1800"/>
              <a:buFont typeface="Arial"/>
              <a:buChar char="•"/>
              <a:defRPr sz="1600" b="0" i="0" u="none" strike="noStrike" cap="none">
                <a:solidFill>
                  <a:schemeClr val="lt1"/>
                </a:solidFill>
                <a:latin typeface="Century Gothic"/>
                <a:ea typeface="Century Gothic"/>
                <a:cs typeface="Century Gothic"/>
                <a:sym typeface="Century Gothic"/>
              </a:defRPr>
            </a:lvl9pPr>
          </a:lstStyle>
          <a:p>
            <a:pPr marL="342900">
              <a:buSzPts val="2200"/>
            </a:pPr>
            <a:r>
              <a:rPr lang="en-US" dirty="0"/>
              <a:t>Defense in depth applies multiple layers of protection across systems, networks, and applications.</a:t>
            </a:r>
          </a:p>
          <a:p>
            <a:pPr marL="342900">
              <a:buSzPts val="2200"/>
            </a:pPr>
            <a:r>
              <a:rPr lang="en-US" dirty="0"/>
              <a:t>If one layer fails, additional controls help prevent full system compromise.</a:t>
            </a:r>
          </a:p>
        </p:txBody>
      </p:sp>
      <p:sp>
        <p:nvSpPr>
          <p:cNvPr id="4" name="Google Shape;152;p3">
            <a:extLst>
              <a:ext uri="{FF2B5EF4-FFF2-40B4-BE49-F238E27FC236}">
                <a16:creationId xmlns:a16="http://schemas.microsoft.com/office/drawing/2014/main" id="{1685F76D-0AD4-2A41-1FE3-ABAE0AC997CB}"/>
              </a:ext>
            </a:extLst>
          </p:cNvPr>
          <p:cNvSpPr txBox="1">
            <a:spLocks/>
          </p:cNvSpPr>
          <p:nvPr/>
        </p:nvSpPr>
        <p:spPr>
          <a:xfrm>
            <a:off x="7793181" y="4705530"/>
            <a:ext cx="3923723" cy="604225"/>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42900" algn="l" rtl="0">
              <a:lnSpc>
                <a:spcPct val="90000"/>
              </a:lnSpc>
              <a:spcBef>
                <a:spcPts val="1000"/>
              </a:spcBef>
              <a:spcAft>
                <a:spcPts val="0"/>
              </a:spcAft>
              <a:buClr>
                <a:schemeClr val="lt1"/>
              </a:buClr>
              <a:buSzPts val="1800"/>
              <a:buFont typeface="Arial"/>
              <a:buChar char="•"/>
              <a:defRPr sz="2200" b="0" i="0" u="none" strike="noStrike" cap="none">
                <a:solidFill>
                  <a:schemeClr val="lt1"/>
                </a:solidFill>
                <a:latin typeface="Century Gothic"/>
                <a:ea typeface="Century Gothic"/>
                <a:cs typeface="Century Gothic"/>
                <a:sym typeface="Century Gothic"/>
              </a:defRPr>
            </a:lvl1pPr>
            <a:lvl2pPr marL="914400" marR="0" lvl="1" indent="-342900" algn="l" rtl="0">
              <a:lnSpc>
                <a:spcPct val="90000"/>
              </a:lnSpc>
              <a:spcBef>
                <a:spcPts val="500"/>
              </a:spcBef>
              <a:spcAft>
                <a:spcPts val="0"/>
              </a:spcAft>
              <a:buClr>
                <a:schemeClr val="lt1"/>
              </a:buClr>
              <a:buSzPts val="1800"/>
              <a:buFont typeface="Arial"/>
              <a:buChar char="•"/>
              <a:defRPr sz="2000" b="0" i="0" u="none" strike="noStrike" cap="none">
                <a:solidFill>
                  <a:schemeClr val="lt1"/>
                </a:solidFill>
                <a:latin typeface="Century Gothic"/>
                <a:ea typeface="Century Gothic"/>
                <a:cs typeface="Century Gothic"/>
                <a:sym typeface="Century Gothic"/>
              </a:defRPr>
            </a:lvl2pPr>
            <a:lvl3pPr marL="1371600" marR="0" lvl="2" indent="-342900" algn="l" rtl="0">
              <a:lnSpc>
                <a:spcPct val="90000"/>
              </a:lnSpc>
              <a:spcBef>
                <a:spcPts val="500"/>
              </a:spcBef>
              <a:spcAft>
                <a:spcPts val="0"/>
              </a:spcAft>
              <a:buClr>
                <a:schemeClr val="lt1"/>
              </a:buClr>
              <a:buSzPts val="1800"/>
              <a:buFont typeface="Arial"/>
              <a:buChar char="•"/>
              <a:defRPr sz="1800" b="0" i="0" u="none" strike="noStrike" cap="none">
                <a:solidFill>
                  <a:schemeClr val="lt1"/>
                </a:solidFill>
                <a:latin typeface="Century Gothic"/>
                <a:ea typeface="Century Gothic"/>
                <a:cs typeface="Century Gothic"/>
                <a:sym typeface="Century Gothic"/>
              </a:defRPr>
            </a:lvl3pPr>
            <a:lvl4pPr marL="1828800" marR="0" lvl="3" indent="-342900" algn="l" rtl="0">
              <a:lnSpc>
                <a:spcPct val="90000"/>
              </a:lnSpc>
              <a:spcBef>
                <a:spcPts val="500"/>
              </a:spcBef>
              <a:spcAft>
                <a:spcPts val="0"/>
              </a:spcAft>
              <a:buClr>
                <a:schemeClr val="lt1"/>
              </a:buClr>
              <a:buSzPts val="1800"/>
              <a:buFont typeface="Arial"/>
              <a:buChar char="•"/>
              <a:defRPr sz="1600" b="0" i="0" u="none" strike="noStrike" cap="none">
                <a:solidFill>
                  <a:schemeClr val="lt1"/>
                </a:solidFill>
                <a:latin typeface="Century Gothic"/>
                <a:ea typeface="Century Gothic"/>
                <a:cs typeface="Century Gothic"/>
                <a:sym typeface="Century Gothic"/>
              </a:defRPr>
            </a:lvl4pPr>
            <a:lvl5pPr marL="2286000" marR="0" lvl="4" indent="-342900" algn="l" rtl="0">
              <a:lnSpc>
                <a:spcPct val="90000"/>
              </a:lnSpc>
              <a:spcBef>
                <a:spcPts val="500"/>
              </a:spcBef>
              <a:spcAft>
                <a:spcPts val="0"/>
              </a:spcAft>
              <a:buClr>
                <a:schemeClr val="lt1"/>
              </a:buClr>
              <a:buSzPts val="1800"/>
              <a:buFont typeface="Arial"/>
              <a:buChar char="•"/>
              <a:defRPr sz="1600" b="0" i="0" u="none" strike="noStrike" cap="none">
                <a:solidFill>
                  <a:schemeClr val="lt1"/>
                </a:solidFill>
                <a:latin typeface="Century Gothic"/>
                <a:ea typeface="Century Gothic"/>
                <a:cs typeface="Century Gothic"/>
                <a:sym typeface="Century Gothic"/>
              </a:defRPr>
            </a:lvl5pPr>
            <a:lvl6pPr marL="2743200" marR="0" lvl="5" indent="-342900" algn="l" rtl="0">
              <a:lnSpc>
                <a:spcPct val="90000"/>
              </a:lnSpc>
              <a:spcBef>
                <a:spcPts val="500"/>
              </a:spcBef>
              <a:spcAft>
                <a:spcPts val="0"/>
              </a:spcAft>
              <a:buClr>
                <a:schemeClr val="lt1"/>
              </a:buClr>
              <a:buSzPts val="1800"/>
              <a:buFont typeface="Arial"/>
              <a:buChar char="•"/>
              <a:defRPr sz="1600" b="0" i="0" u="none" strike="noStrike" cap="none">
                <a:solidFill>
                  <a:schemeClr val="lt1"/>
                </a:solidFill>
                <a:latin typeface="Century Gothic"/>
                <a:ea typeface="Century Gothic"/>
                <a:cs typeface="Century Gothic"/>
                <a:sym typeface="Century Gothic"/>
              </a:defRPr>
            </a:lvl6pPr>
            <a:lvl7pPr marL="3200400" marR="0" lvl="6" indent="-342900" algn="l" rtl="0">
              <a:lnSpc>
                <a:spcPct val="90000"/>
              </a:lnSpc>
              <a:spcBef>
                <a:spcPts val="500"/>
              </a:spcBef>
              <a:spcAft>
                <a:spcPts val="0"/>
              </a:spcAft>
              <a:buClr>
                <a:schemeClr val="lt1"/>
              </a:buClr>
              <a:buSzPts val="1800"/>
              <a:buFont typeface="Arial"/>
              <a:buChar char="•"/>
              <a:defRPr sz="1600" b="0" i="0" u="none" strike="noStrike" cap="none">
                <a:solidFill>
                  <a:schemeClr val="lt1"/>
                </a:solidFill>
                <a:latin typeface="Century Gothic"/>
                <a:ea typeface="Century Gothic"/>
                <a:cs typeface="Century Gothic"/>
                <a:sym typeface="Century Gothic"/>
              </a:defRPr>
            </a:lvl7pPr>
            <a:lvl8pPr marL="3657600" marR="0" lvl="7" indent="-342900" algn="l" rtl="0">
              <a:lnSpc>
                <a:spcPct val="90000"/>
              </a:lnSpc>
              <a:spcBef>
                <a:spcPts val="500"/>
              </a:spcBef>
              <a:spcAft>
                <a:spcPts val="0"/>
              </a:spcAft>
              <a:buClr>
                <a:schemeClr val="lt1"/>
              </a:buClr>
              <a:buSzPts val="1800"/>
              <a:buFont typeface="Arial"/>
              <a:buChar char="•"/>
              <a:defRPr sz="1600" b="0" i="0" u="none" strike="noStrike" cap="none">
                <a:solidFill>
                  <a:schemeClr val="lt1"/>
                </a:solidFill>
                <a:latin typeface="Century Gothic"/>
                <a:ea typeface="Century Gothic"/>
                <a:cs typeface="Century Gothic"/>
                <a:sym typeface="Century Gothic"/>
              </a:defRPr>
            </a:lvl8pPr>
            <a:lvl9pPr marL="4114800" marR="0" lvl="8" indent="-342900" algn="l" rtl="0">
              <a:lnSpc>
                <a:spcPct val="90000"/>
              </a:lnSpc>
              <a:spcBef>
                <a:spcPts val="500"/>
              </a:spcBef>
              <a:spcAft>
                <a:spcPts val="0"/>
              </a:spcAft>
              <a:buClr>
                <a:schemeClr val="lt1"/>
              </a:buClr>
              <a:buSzPts val="1800"/>
              <a:buFont typeface="Arial"/>
              <a:buChar char="•"/>
              <a:defRPr sz="1600" b="0" i="0" u="none" strike="noStrike" cap="none">
                <a:solidFill>
                  <a:schemeClr val="lt1"/>
                </a:solidFill>
                <a:latin typeface="Century Gothic"/>
                <a:ea typeface="Century Gothic"/>
                <a:cs typeface="Century Gothic"/>
                <a:sym typeface="Century Gothic"/>
              </a:defRPr>
            </a:lvl9pPr>
          </a:lstStyle>
          <a:p>
            <a:pPr marL="0" indent="0">
              <a:buSzPts val="2200"/>
              <a:buNone/>
            </a:pPr>
            <a:r>
              <a:rPr lang="en-US" sz="1600" dirty="0"/>
              <a:t>Sources: EPIC</a:t>
            </a:r>
          </a:p>
        </p:txBody>
      </p:sp>
    </p:spTree>
    <p:custDataLst>
      <p:tags r:id="rId1"/>
    </p:custData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58"/>
        <p:cNvGrpSpPr/>
        <p:nvPr/>
      </p:nvGrpSpPr>
      <p:grpSpPr>
        <a:xfrm>
          <a:off x="0" y="0"/>
          <a:ext cx="0" cy="0"/>
          <a:chOff x="0" y="0"/>
          <a:chExt cx="0" cy="0"/>
        </a:xfrm>
      </p:grpSpPr>
      <p:sp>
        <p:nvSpPr>
          <p:cNvPr id="159" name="Google Shape;159;p4"/>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dirty="0"/>
              <a:t>THREATS MATRIX</a:t>
            </a:r>
            <a:endParaRPr dirty="0"/>
          </a:p>
        </p:txBody>
      </p:sp>
      <p:sp>
        <p:nvSpPr>
          <p:cNvPr id="160" name="Google Shape;160;p4"/>
          <p:cNvSpPr txBox="1">
            <a:spLocks noGrp="1"/>
          </p:cNvSpPr>
          <p:nvPr>
            <p:ph type="body" idx="1"/>
          </p:nvPr>
        </p:nvSpPr>
        <p:spPr>
          <a:xfrm>
            <a:off x="0" y="2194550"/>
            <a:ext cx="3171900" cy="4024200"/>
          </a:xfrm>
          <a:prstGeom prst="rect">
            <a:avLst/>
          </a:prstGeom>
          <a:noFill/>
          <a:ln>
            <a:noFill/>
          </a:ln>
        </p:spPr>
        <p:txBody>
          <a:bodyPr spcFirstLastPara="1" wrap="square" lIns="91425" tIns="45700" rIns="91425" bIns="45700" anchor="t" anchorCtr="0">
            <a:normAutofit/>
          </a:bodyPr>
          <a:lstStyle/>
          <a:p>
            <a:pPr marL="228600" lvl="0" indent="-88900" algn="l" rtl="0">
              <a:lnSpc>
                <a:spcPct val="90000"/>
              </a:lnSpc>
              <a:spcBef>
                <a:spcPts val="1000"/>
              </a:spcBef>
              <a:spcAft>
                <a:spcPts val="0"/>
              </a:spcAft>
              <a:buClr>
                <a:schemeClr val="lt1"/>
              </a:buClr>
              <a:buSzPts val="2200"/>
              <a:buNone/>
            </a:pPr>
            <a:r>
              <a:rPr lang="en-US" dirty="0"/>
              <a:t>Automated tools such as </a:t>
            </a:r>
            <a:r>
              <a:rPr lang="en-US" b="1" dirty="0"/>
              <a:t>vulnerability scanners </a:t>
            </a:r>
            <a:r>
              <a:rPr lang="en-US" dirty="0"/>
              <a:t>and </a:t>
            </a:r>
            <a:r>
              <a:rPr lang="en-US" b="1" dirty="0"/>
              <a:t>dependency checkers </a:t>
            </a:r>
            <a:r>
              <a:rPr lang="en-US" dirty="0"/>
              <a:t>can detect unpatched software and known exploits before attackers do.</a:t>
            </a:r>
            <a:endParaRPr dirty="0"/>
          </a:p>
        </p:txBody>
      </p:sp>
      <p:graphicFrame>
        <p:nvGraphicFramePr>
          <p:cNvPr id="161" name="Google Shape;161;p4" descr="Alt text required"/>
          <p:cNvGraphicFramePr/>
          <p:nvPr>
            <p:extLst>
              <p:ext uri="{D42A27DB-BD31-4B8C-83A1-F6EECF244321}">
                <p14:modId xmlns:p14="http://schemas.microsoft.com/office/powerpoint/2010/main" val="1285851511"/>
              </p:ext>
            </p:extLst>
          </p:nvPr>
        </p:nvGraphicFramePr>
        <p:xfrm>
          <a:off x="3171900" y="2561050"/>
          <a:ext cx="7835225" cy="3809940"/>
        </p:xfrm>
        <a:graphic>
          <a:graphicData uri="http://schemas.openxmlformats.org/drawingml/2006/table">
            <a:tbl>
              <a:tblPr firstRow="1" firstCol="1">
                <a:noFill/>
                <a:tableStyleId>{802198C4-3087-4945-87E3-76CBB3509B7E}</a:tableStyleId>
              </a:tblPr>
              <a:tblGrid>
                <a:gridCol w="4030425">
                  <a:extLst>
                    <a:ext uri="{9D8B030D-6E8A-4147-A177-3AD203B41FA5}">
                      <a16:colId xmlns:a16="http://schemas.microsoft.com/office/drawing/2014/main" val="20000"/>
                    </a:ext>
                  </a:extLst>
                </a:gridCol>
                <a:gridCol w="3804800">
                  <a:extLst>
                    <a:ext uri="{9D8B030D-6E8A-4147-A177-3AD203B41FA5}">
                      <a16:colId xmlns:a16="http://schemas.microsoft.com/office/drawing/2014/main" val="20001"/>
                    </a:ext>
                  </a:extLst>
                </a:gridCol>
              </a:tblGrid>
              <a:tr h="1769325">
                <a:tc>
                  <a:txBody>
                    <a:bodyPr/>
                    <a:lstStyle/>
                    <a:p>
                      <a:pPr marL="0" marR="0" lvl="0" indent="0" algn="ctr" rtl="0">
                        <a:lnSpc>
                          <a:spcPct val="100000"/>
                        </a:lnSpc>
                        <a:spcBef>
                          <a:spcPts val="0"/>
                        </a:spcBef>
                        <a:spcAft>
                          <a:spcPts val="0"/>
                        </a:spcAft>
                        <a:buClr>
                          <a:srgbClr val="000000"/>
                        </a:buClr>
                        <a:buSzPts val="3600"/>
                        <a:buFont typeface="Arial"/>
                        <a:buNone/>
                      </a:pPr>
                      <a:r>
                        <a:rPr lang="en-US" sz="3600" u="none" strike="noStrike" cap="none" dirty="0">
                          <a:solidFill>
                            <a:schemeClr val="tx1"/>
                          </a:solidFill>
                        </a:rPr>
                        <a:t>Likely</a:t>
                      </a:r>
                    </a:p>
                    <a:p>
                      <a:pPr marL="0" marR="0" lvl="0" indent="0" algn="l" rtl="0">
                        <a:lnSpc>
                          <a:spcPct val="100000"/>
                        </a:lnSpc>
                        <a:spcBef>
                          <a:spcPts val="0"/>
                        </a:spcBef>
                        <a:spcAft>
                          <a:spcPts val="0"/>
                        </a:spcAft>
                        <a:buClr>
                          <a:srgbClr val="000000"/>
                        </a:buClr>
                        <a:buSzPts val="3600"/>
                        <a:buFont typeface="Arial" panose="020B0604020202020204" pitchFamily="34" charset="0"/>
                        <a:buNone/>
                      </a:pPr>
                      <a:r>
                        <a:rPr lang="en-US" sz="1400" u="none" strike="noStrike" cap="none" dirty="0">
                          <a:solidFill>
                            <a:schemeClr val="tx1"/>
                          </a:solidFill>
                        </a:rPr>
                        <a:t>Unpatched software vulnerabilities (Apache Struts)</a:t>
                      </a:r>
                    </a:p>
                    <a:p>
                      <a:pPr marL="0" marR="0" lvl="0" indent="0" algn="l" rtl="0">
                        <a:lnSpc>
                          <a:spcPct val="100000"/>
                        </a:lnSpc>
                        <a:spcBef>
                          <a:spcPts val="0"/>
                        </a:spcBef>
                        <a:spcAft>
                          <a:spcPts val="0"/>
                        </a:spcAft>
                        <a:buClr>
                          <a:srgbClr val="000000"/>
                        </a:buClr>
                        <a:buSzPts val="3600"/>
                        <a:buFont typeface="Arial" panose="020B0604020202020204" pitchFamily="34" charset="0"/>
                        <a:buNone/>
                      </a:pPr>
                      <a:endParaRPr lang="en-US" sz="1400" u="none" strike="noStrike" cap="none" dirty="0">
                        <a:solidFill>
                          <a:schemeClr val="tx1"/>
                        </a:solidFill>
                      </a:endParaRPr>
                    </a:p>
                    <a:p>
                      <a:pPr marL="0" marR="0" lvl="0" indent="0" algn="l" rtl="0">
                        <a:lnSpc>
                          <a:spcPct val="100000"/>
                        </a:lnSpc>
                        <a:spcBef>
                          <a:spcPts val="0"/>
                        </a:spcBef>
                        <a:spcAft>
                          <a:spcPts val="0"/>
                        </a:spcAft>
                        <a:buClr>
                          <a:srgbClr val="000000"/>
                        </a:buClr>
                        <a:buSzPts val="3600"/>
                        <a:buFont typeface="Arial" panose="020B0604020202020204" pitchFamily="34" charset="0"/>
                        <a:buNone/>
                      </a:pPr>
                      <a:r>
                        <a:rPr lang="en-US" sz="1400" u="none" strike="noStrike" cap="none" dirty="0">
                          <a:solidFill>
                            <a:schemeClr val="tx1"/>
                          </a:solidFill>
                        </a:rPr>
                        <a:t>Poor patch management process</a:t>
                      </a:r>
                    </a:p>
                    <a:p>
                      <a:pPr marL="0" marR="0" lvl="0" indent="0" algn="l" rtl="0">
                        <a:lnSpc>
                          <a:spcPct val="100000"/>
                        </a:lnSpc>
                        <a:spcBef>
                          <a:spcPts val="0"/>
                        </a:spcBef>
                        <a:spcAft>
                          <a:spcPts val="0"/>
                        </a:spcAft>
                        <a:buClr>
                          <a:srgbClr val="000000"/>
                        </a:buClr>
                        <a:buSzPts val="3600"/>
                        <a:buFont typeface="Arial" panose="020B0604020202020204" pitchFamily="34" charset="0"/>
                        <a:buNone/>
                      </a:pPr>
                      <a:endParaRPr lang="en-US" sz="1400" u="none" strike="noStrike" cap="none" dirty="0">
                        <a:solidFill>
                          <a:schemeClr val="tx1"/>
                        </a:solidFill>
                      </a:endParaRPr>
                    </a:p>
                    <a:p>
                      <a:pPr marL="0" marR="0" lvl="0" indent="0" algn="l" rtl="0">
                        <a:lnSpc>
                          <a:spcPct val="100000"/>
                        </a:lnSpc>
                        <a:spcBef>
                          <a:spcPts val="0"/>
                        </a:spcBef>
                        <a:spcAft>
                          <a:spcPts val="0"/>
                        </a:spcAft>
                        <a:buClr>
                          <a:srgbClr val="000000"/>
                        </a:buClr>
                        <a:buSzPts val="3600"/>
                        <a:buFont typeface="Arial" panose="020B0604020202020204" pitchFamily="34" charset="0"/>
                        <a:buNone/>
                      </a:pPr>
                      <a:r>
                        <a:rPr lang="en-US" sz="1400" u="none" strike="noStrike" cap="none" dirty="0">
                          <a:solidFill>
                            <a:schemeClr val="tx1"/>
                          </a:solidFill>
                        </a:rPr>
                        <a:t>Lack of vulnerability scanning</a:t>
                      </a:r>
                      <a:endParaRPr sz="1400" u="none" strike="noStrike" cap="none" dirty="0">
                        <a:solidFill>
                          <a:schemeClr val="tx1"/>
                        </a:solidFill>
                      </a:endParaRPr>
                    </a:p>
                  </a:txBody>
                  <a:tcPr marL="91425" marR="91425" marT="91425" marB="91425">
                    <a:lnL w="28575" cap="flat" cmpd="sng">
                      <a:solidFill>
                        <a:srgbClr val="9E9E9E"/>
                      </a:solidFill>
                      <a:prstDash val="solid"/>
                      <a:round/>
                      <a:headEnd type="none" w="sm" len="sm"/>
                      <a:tailEnd type="none" w="sm" len="sm"/>
                    </a:lnL>
                    <a:lnR w="2857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solidFill>
                      <a:srgbClr val="FFF2CC"/>
                    </a:solidFill>
                  </a:tcPr>
                </a:tc>
                <a:tc>
                  <a:txBody>
                    <a:bodyPr/>
                    <a:lstStyle/>
                    <a:p>
                      <a:pPr marL="0" marR="0" lvl="0" indent="0" algn="ctr" rtl="0">
                        <a:lnSpc>
                          <a:spcPct val="100000"/>
                        </a:lnSpc>
                        <a:spcBef>
                          <a:spcPts val="0"/>
                        </a:spcBef>
                        <a:spcAft>
                          <a:spcPts val="0"/>
                        </a:spcAft>
                        <a:buClr>
                          <a:srgbClr val="000000"/>
                        </a:buClr>
                        <a:buSzPts val="3600"/>
                        <a:buFont typeface="Arial"/>
                        <a:buNone/>
                      </a:pPr>
                      <a:r>
                        <a:rPr lang="en-US" sz="3600" u="none" strike="noStrike" cap="none" dirty="0">
                          <a:solidFill>
                            <a:schemeClr val="tx1"/>
                          </a:solidFill>
                        </a:rPr>
                        <a:t>Priority</a:t>
                      </a:r>
                    </a:p>
                    <a:p>
                      <a:pPr marL="0" marR="0" lvl="0" indent="0" algn="ctr" rtl="0">
                        <a:lnSpc>
                          <a:spcPct val="100000"/>
                        </a:lnSpc>
                        <a:spcBef>
                          <a:spcPts val="0"/>
                        </a:spcBef>
                        <a:spcAft>
                          <a:spcPts val="0"/>
                        </a:spcAft>
                        <a:buClr>
                          <a:srgbClr val="000000"/>
                        </a:buClr>
                        <a:buSzPts val="3600"/>
                        <a:buFont typeface="Arial"/>
                        <a:buNone/>
                      </a:pPr>
                      <a:r>
                        <a:rPr lang="en-US" sz="1400" u="none" strike="noStrike" cap="none" dirty="0">
                          <a:solidFill>
                            <a:schemeClr val="tx1"/>
                          </a:solidFill>
                        </a:rPr>
                        <a:t>Exposure of sensitive personal data (PII)</a:t>
                      </a:r>
                    </a:p>
                    <a:p>
                      <a:pPr marL="0" marR="0" lvl="0" indent="0" algn="ctr" rtl="0">
                        <a:lnSpc>
                          <a:spcPct val="100000"/>
                        </a:lnSpc>
                        <a:spcBef>
                          <a:spcPts val="0"/>
                        </a:spcBef>
                        <a:spcAft>
                          <a:spcPts val="0"/>
                        </a:spcAft>
                        <a:buClr>
                          <a:srgbClr val="000000"/>
                        </a:buClr>
                        <a:buSzPts val="3600"/>
                        <a:buFont typeface="Arial"/>
                        <a:buNone/>
                      </a:pPr>
                      <a:endParaRPr lang="en-US" sz="1400" u="none" strike="noStrike" cap="none" dirty="0">
                        <a:solidFill>
                          <a:schemeClr val="tx1"/>
                        </a:solidFill>
                      </a:endParaRPr>
                    </a:p>
                    <a:p>
                      <a:pPr marL="0" marR="0" lvl="0" indent="0" algn="ctr" rtl="0">
                        <a:lnSpc>
                          <a:spcPct val="100000"/>
                        </a:lnSpc>
                        <a:spcBef>
                          <a:spcPts val="0"/>
                        </a:spcBef>
                        <a:spcAft>
                          <a:spcPts val="0"/>
                        </a:spcAft>
                        <a:buClr>
                          <a:srgbClr val="000000"/>
                        </a:buClr>
                        <a:buSzPts val="3600"/>
                        <a:buFont typeface="Arial"/>
                        <a:buNone/>
                      </a:pPr>
                      <a:r>
                        <a:rPr lang="en-US" sz="1400" u="none" strike="noStrike" cap="none" dirty="0">
                          <a:solidFill>
                            <a:schemeClr val="tx1"/>
                          </a:solidFill>
                        </a:rPr>
                        <a:t>Unauthorized access to systems</a:t>
                      </a:r>
                    </a:p>
                    <a:p>
                      <a:pPr marL="0" marR="0" lvl="0" indent="0" algn="ctr" rtl="0">
                        <a:lnSpc>
                          <a:spcPct val="100000"/>
                        </a:lnSpc>
                        <a:spcBef>
                          <a:spcPts val="0"/>
                        </a:spcBef>
                        <a:spcAft>
                          <a:spcPts val="0"/>
                        </a:spcAft>
                        <a:buClr>
                          <a:srgbClr val="000000"/>
                        </a:buClr>
                        <a:buSzPts val="3600"/>
                        <a:buFont typeface="Arial"/>
                        <a:buNone/>
                      </a:pPr>
                      <a:endParaRPr lang="en-US" sz="1400" u="none" strike="noStrike" cap="none" dirty="0">
                        <a:solidFill>
                          <a:schemeClr val="tx1"/>
                        </a:solidFill>
                      </a:endParaRPr>
                    </a:p>
                    <a:p>
                      <a:pPr marL="0" marR="0" lvl="0" indent="0" algn="ctr" rtl="0">
                        <a:lnSpc>
                          <a:spcPct val="100000"/>
                        </a:lnSpc>
                        <a:spcBef>
                          <a:spcPts val="0"/>
                        </a:spcBef>
                        <a:spcAft>
                          <a:spcPts val="0"/>
                        </a:spcAft>
                        <a:buClr>
                          <a:srgbClr val="000000"/>
                        </a:buClr>
                        <a:buSzPts val="3600"/>
                        <a:buFont typeface="Arial"/>
                        <a:buNone/>
                      </a:pPr>
                      <a:r>
                        <a:rPr lang="en-US" sz="1400" u="none" strike="noStrike" cap="none" dirty="0">
                          <a:solidFill>
                            <a:schemeClr val="tx1"/>
                          </a:solidFill>
                        </a:rPr>
                        <a:t>Data breach, leading to identity theft and financial damage</a:t>
                      </a:r>
                      <a:endParaRPr sz="1400" u="none" strike="noStrike" cap="none" dirty="0">
                        <a:solidFill>
                          <a:schemeClr val="tx1"/>
                        </a:solidFill>
                      </a:endParaRPr>
                    </a:p>
                  </a:txBody>
                  <a:tcPr marL="91425" marR="91425" marT="91425" marB="91425">
                    <a:lnL w="28575" cap="flat" cmpd="sng">
                      <a:solidFill>
                        <a:srgbClr val="9E9E9E"/>
                      </a:solidFill>
                      <a:prstDash val="solid"/>
                      <a:round/>
                      <a:headEnd type="none" w="sm" len="sm"/>
                      <a:tailEnd type="none" w="sm" len="sm"/>
                    </a:lnL>
                    <a:lnR w="2857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solidFill>
                      <a:srgbClr val="FFF2CC"/>
                    </a:solidFill>
                  </a:tcPr>
                </a:tc>
                <a:extLst>
                  <a:ext uri="{0D108BD9-81ED-4DB2-BD59-A6C34878D82A}">
                    <a16:rowId xmlns:a16="http://schemas.microsoft.com/office/drawing/2014/main" val="10000"/>
                  </a:ext>
                </a:extLst>
              </a:tr>
              <a:tr h="1769325">
                <a:tc>
                  <a:txBody>
                    <a:bodyPr/>
                    <a:lstStyle/>
                    <a:p>
                      <a:pPr marL="0" marR="0" lvl="0" indent="0" algn="ctr" rtl="0">
                        <a:lnSpc>
                          <a:spcPct val="100000"/>
                        </a:lnSpc>
                        <a:spcBef>
                          <a:spcPts val="0"/>
                        </a:spcBef>
                        <a:spcAft>
                          <a:spcPts val="0"/>
                        </a:spcAft>
                        <a:buClr>
                          <a:srgbClr val="000000"/>
                        </a:buClr>
                        <a:buSzPts val="3600"/>
                        <a:buFont typeface="Arial"/>
                        <a:buNone/>
                      </a:pPr>
                      <a:r>
                        <a:rPr lang="en-US" sz="3600" u="none" strike="noStrike" cap="none" dirty="0">
                          <a:solidFill>
                            <a:schemeClr val="tx1"/>
                          </a:solidFill>
                        </a:rPr>
                        <a:t>Low priority</a:t>
                      </a:r>
                      <a:endParaRPr sz="1400" u="none" strike="noStrike" cap="none" dirty="0">
                        <a:solidFill>
                          <a:schemeClr val="tx1"/>
                        </a:solidFill>
                      </a:endParaRPr>
                    </a:p>
                    <a:p>
                      <a:pPr marL="0" marR="0" lvl="0" indent="0" algn="ctr" rtl="0">
                        <a:lnSpc>
                          <a:spcPct val="100000"/>
                        </a:lnSpc>
                        <a:spcBef>
                          <a:spcPts val="0"/>
                        </a:spcBef>
                        <a:spcAft>
                          <a:spcPts val="0"/>
                        </a:spcAft>
                        <a:buClr>
                          <a:srgbClr val="000000"/>
                        </a:buClr>
                        <a:buSzPts val="3600"/>
                        <a:buFont typeface="Arial"/>
                        <a:buNone/>
                      </a:pPr>
                      <a:r>
                        <a:rPr lang="en-US" dirty="0"/>
                        <a:t>Internal policy miscommunication </a:t>
                      </a:r>
                    </a:p>
                    <a:p>
                      <a:pPr marL="0" marR="0" lvl="0" indent="0" algn="ctr" rtl="0">
                        <a:lnSpc>
                          <a:spcPct val="100000"/>
                        </a:lnSpc>
                        <a:spcBef>
                          <a:spcPts val="0"/>
                        </a:spcBef>
                        <a:spcAft>
                          <a:spcPts val="0"/>
                        </a:spcAft>
                        <a:buClr>
                          <a:srgbClr val="000000"/>
                        </a:buClr>
                        <a:buSzPts val="3600"/>
                        <a:buFont typeface="Arial"/>
                        <a:buNone/>
                      </a:pPr>
                      <a:endParaRPr lang="en-US" dirty="0"/>
                    </a:p>
                    <a:p>
                      <a:pPr marL="0" marR="0" lvl="0" indent="0" algn="ctr" rtl="0">
                        <a:lnSpc>
                          <a:spcPct val="100000"/>
                        </a:lnSpc>
                        <a:spcBef>
                          <a:spcPts val="0"/>
                        </a:spcBef>
                        <a:spcAft>
                          <a:spcPts val="0"/>
                        </a:spcAft>
                        <a:buClr>
                          <a:srgbClr val="000000"/>
                        </a:buClr>
                        <a:buSzPts val="3600"/>
                        <a:buFont typeface="Arial"/>
                        <a:buNone/>
                      </a:pPr>
                      <a:r>
                        <a:rPr lang="en-US" dirty="0"/>
                        <a:t>Minor configuration errors </a:t>
                      </a:r>
                    </a:p>
                    <a:p>
                      <a:pPr marL="0" marR="0" lvl="0" indent="0" algn="ctr" rtl="0">
                        <a:lnSpc>
                          <a:spcPct val="100000"/>
                        </a:lnSpc>
                        <a:spcBef>
                          <a:spcPts val="0"/>
                        </a:spcBef>
                        <a:spcAft>
                          <a:spcPts val="0"/>
                        </a:spcAft>
                        <a:buClr>
                          <a:srgbClr val="000000"/>
                        </a:buClr>
                        <a:buSzPts val="3600"/>
                        <a:buFont typeface="Arial"/>
                        <a:buNone/>
                      </a:pPr>
                      <a:endParaRPr lang="en-US" dirty="0"/>
                    </a:p>
                    <a:p>
                      <a:pPr marL="0" marR="0" lvl="0" indent="0" algn="ctr" rtl="0">
                        <a:lnSpc>
                          <a:spcPct val="100000"/>
                        </a:lnSpc>
                        <a:spcBef>
                          <a:spcPts val="0"/>
                        </a:spcBef>
                        <a:spcAft>
                          <a:spcPts val="0"/>
                        </a:spcAft>
                        <a:buClr>
                          <a:srgbClr val="000000"/>
                        </a:buClr>
                        <a:buSzPts val="3600"/>
                        <a:buFont typeface="Arial"/>
                        <a:buNone/>
                      </a:pPr>
                      <a:r>
                        <a:rPr lang="en-US" dirty="0"/>
                        <a:t>Non-critical system vulnerabilities</a:t>
                      </a:r>
                      <a:endParaRPr sz="1400" u="none" strike="noStrike" cap="none" dirty="0"/>
                    </a:p>
                  </a:txBody>
                  <a:tcPr marL="91425" marR="91425" marT="91425" marB="91425">
                    <a:lnL w="28575" cap="flat" cmpd="sng">
                      <a:solidFill>
                        <a:srgbClr val="9E9E9E"/>
                      </a:solidFill>
                      <a:prstDash val="solid"/>
                      <a:round/>
                      <a:headEnd type="none" w="sm" len="sm"/>
                      <a:tailEnd type="none" w="sm" len="sm"/>
                    </a:lnL>
                    <a:lnR w="2857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solidFill>
                      <a:srgbClr val="FFF2CC"/>
                    </a:solidFill>
                  </a:tcPr>
                </a:tc>
                <a:tc>
                  <a:txBody>
                    <a:bodyPr/>
                    <a:lstStyle/>
                    <a:p>
                      <a:pPr marL="0" marR="0" lvl="0" indent="0" algn="ctr" rtl="0">
                        <a:lnSpc>
                          <a:spcPct val="100000"/>
                        </a:lnSpc>
                        <a:spcBef>
                          <a:spcPts val="0"/>
                        </a:spcBef>
                        <a:spcAft>
                          <a:spcPts val="0"/>
                        </a:spcAft>
                        <a:buClr>
                          <a:srgbClr val="000000"/>
                        </a:buClr>
                        <a:buSzPts val="3600"/>
                        <a:buFont typeface="Arial"/>
                        <a:buNone/>
                      </a:pPr>
                      <a:r>
                        <a:rPr lang="en-US" sz="3600" u="none" strike="noStrike" cap="none" dirty="0">
                          <a:solidFill>
                            <a:schemeClr val="tx1"/>
                          </a:solidFill>
                        </a:rPr>
                        <a:t>Unlikely</a:t>
                      </a:r>
                      <a:endParaRPr sz="1400" u="none" strike="noStrike" cap="none" dirty="0">
                        <a:solidFill>
                          <a:schemeClr val="tx1"/>
                        </a:solidFill>
                      </a:endParaRPr>
                    </a:p>
                    <a:p>
                      <a:pPr marL="0" marR="0" lvl="0" indent="0" algn="ctr" rtl="0">
                        <a:lnSpc>
                          <a:spcPct val="100000"/>
                        </a:lnSpc>
                        <a:spcBef>
                          <a:spcPts val="0"/>
                        </a:spcBef>
                        <a:spcAft>
                          <a:spcPts val="0"/>
                        </a:spcAft>
                        <a:buClr>
                          <a:srgbClr val="000000"/>
                        </a:buClr>
                        <a:buSzPts val="3600"/>
                        <a:buFont typeface="Arial"/>
                        <a:buNone/>
                      </a:pPr>
                      <a:r>
                        <a:rPr lang="en-US" dirty="0"/>
                        <a:t>Advanced persistent threats (APT) </a:t>
                      </a:r>
                    </a:p>
                    <a:p>
                      <a:pPr marL="0" marR="0" lvl="0" indent="0" algn="ctr" rtl="0">
                        <a:lnSpc>
                          <a:spcPct val="100000"/>
                        </a:lnSpc>
                        <a:spcBef>
                          <a:spcPts val="0"/>
                        </a:spcBef>
                        <a:spcAft>
                          <a:spcPts val="0"/>
                        </a:spcAft>
                        <a:buClr>
                          <a:srgbClr val="000000"/>
                        </a:buClr>
                        <a:buSzPts val="3600"/>
                        <a:buFont typeface="Arial"/>
                        <a:buNone/>
                      </a:pPr>
                      <a:endParaRPr lang="en-US" dirty="0"/>
                    </a:p>
                    <a:p>
                      <a:pPr marL="0" marR="0" lvl="0" indent="0" algn="ctr" rtl="0">
                        <a:lnSpc>
                          <a:spcPct val="100000"/>
                        </a:lnSpc>
                        <a:spcBef>
                          <a:spcPts val="0"/>
                        </a:spcBef>
                        <a:spcAft>
                          <a:spcPts val="0"/>
                        </a:spcAft>
                        <a:buClr>
                          <a:srgbClr val="000000"/>
                        </a:buClr>
                        <a:buSzPts val="3600"/>
                        <a:buFont typeface="Arial"/>
                        <a:buNone/>
                      </a:pPr>
                      <a:r>
                        <a:rPr lang="en-US" dirty="0"/>
                        <a:t>Insider attacks </a:t>
                      </a:r>
                    </a:p>
                    <a:p>
                      <a:pPr marL="0" marR="0" lvl="0" indent="0" algn="ctr" rtl="0">
                        <a:lnSpc>
                          <a:spcPct val="100000"/>
                        </a:lnSpc>
                        <a:spcBef>
                          <a:spcPts val="0"/>
                        </a:spcBef>
                        <a:spcAft>
                          <a:spcPts val="0"/>
                        </a:spcAft>
                        <a:buClr>
                          <a:srgbClr val="000000"/>
                        </a:buClr>
                        <a:buSzPts val="3600"/>
                        <a:buFont typeface="Arial"/>
                        <a:buNone/>
                      </a:pPr>
                      <a:endParaRPr lang="en-US" dirty="0"/>
                    </a:p>
                    <a:p>
                      <a:pPr marL="0" marR="0" lvl="0" indent="0" algn="ctr" rtl="0">
                        <a:lnSpc>
                          <a:spcPct val="100000"/>
                        </a:lnSpc>
                        <a:spcBef>
                          <a:spcPts val="0"/>
                        </a:spcBef>
                        <a:spcAft>
                          <a:spcPts val="0"/>
                        </a:spcAft>
                        <a:buClr>
                          <a:srgbClr val="000000"/>
                        </a:buClr>
                        <a:buSzPts val="3600"/>
                        <a:buFont typeface="Arial"/>
                        <a:buNone/>
                      </a:pPr>
                      <a:r>
                        <a:rPr lang="en-US" dirty="0"/>
                        <a:t>Large-scale coordinated attacks</a:t>
                      </a:r>
                      <a:endParaRPr sz="1400" u="none" strike="noStrike" cap="none" dirty="0"/>
                    </a:p>
                  </a:txBody>
                  <a:tcPr marL="91425" marR="91425" marT="91425" marB="91425">
                    <a:lnL w="28575" cap="flat" cmpd="sng">
                      <a:solidFill>
                        <a:srgbClr val="9E9E9E"/>
                      </a:solidFill>
                      <a:prstDash val="solid"/>
                      <a:round/>
                      <a:headEnd type="none" w="sm" len="sm"/>
                      <a:tailEnd type="none" w="sm" len="sm"/>
                    </a:lnL>
                    <a:lnR w="2857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solidFill>
                      <a:srgbClr val="FFF2CC"/>
                    </a:solidFill>
                  </a:tcPr>
                </a:tc>
                <a:extLst>
                  <a:ext uri="{0D108BD9-81ED-4DB2-BD59-A6C34878D82A}">
                    <a16:rowId xmlns:a16="http://schemas.microsoft.com/office/drawing/2014/main" val="10001"/>
                  </a:ext>
                </a:extLst>
              </a:tr>
            </a:tbl>
          </a:graphicData>
        </a:graphic>
      </p:graphicFrame>
      <p:pic>
        <p:nvPicPr>
          <p:cNvPr id="162" name="Google Shape;162;p4" descr="Green Pace logo"/>
          <p:cNvPicPr preferRelativeResize="0"/>
          <p:nvPr/>
        </p:nvPicPr>
        <p:blipFill>
          <a:blip r:embed="rId4">
            <a:alphaModFix/>
          </a:blip>
          <a:stretch>
            <a:fillRect/>
          </a:stretch>
        </p:blipFill>
        <p:spPr>
          <a:xfrm>
            <a:off x="11084074" y="5440526"/>
            <a:ext cx="886601" cy="1149225"/>
          </a:xfrm>
          <a:prstGeom prst="rect">
            <a:avLst/>
          </a:prstGeom>
          <a:noFill/>
          <a:ln>
            <a:noFill/>
          </a:ln>
        </p:spPr>
      </p:pic>
    </p:spTree>
    <p:custDataLst>
      <p:tags r:id="rId1"/>
    </p:custData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66"/>
        <p:cNvGrpSpPr/>
        <p:nvPr/>
      </p:nvGrpSpPr>
      <p:grpSpPr>
        <a:xfrm>
          <a:off x="0" y="0"/>
          <a:ext cx="0" cy="0"/>
          <a:chOff x="0" y="0"/>
          <a:chExt cx="0" cy="0"/>
        </a:xfrm>
      </p:grpSpPr>
      <p:sp>
        <p:nvSpPr>
          <p:cNvPr id="167" name="Google Shape;167;p5"/>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dirty="0"/>
              <a:t>10 PRINCIPLES</a:t>
            </a:r>
            <a:endParaRPr dirty="0"/>
          </a:p>
        </p:txBody>
      </p:sp>
      <p:sp>
        <p:nvSpPr>
          <p:cNvPr id="168" name="Google Shape;168;p5"/>
          <p:cNvSpPr txBox="1">
            <a:spLocks noGrp="1"/>
          </p:cNvSpPr>
          <p:nvPr>
            <p:ph type="body" idx="1"/>
          </p:nvPr>
        </p:nvSpPr>
        <p:spPr>
          <a:xfrm>
            <a:off x="221325" y="2194560"/>
            <a:ext cx="11852911" cy="4549140"/>
          </a:xfrm>
          <a:prstGeom prst="rect">
            <a:avLst/>
          </a:prstGeom>
          <a:noFill/>
          <a:ln>
            <a:noFill/>
          </a:ln>
        </p:spPr>
        <p:txBody>
          <a:bodyPr spcFirstLastPara="1" wrap="square" lIns="91425" tIns="45700" rIns="91425" bIns="45700" anchor="t" anchorCtr="0">
            <a:normAutofit/>
          </a:bodyPr>
          <a:lstStyle/>
          <a:p>
            <a:pPr lvl="0" indent="-457200" algn="l" rtl="0">
              <a:lnSpc>
                <a:spcPct val="90000"/>
              </a:lnSpc>
              <a:spcBef>
                <a:spcPts val="0"/>
              </a:spcBef>
              <a:spcAft>
                <a:spcPts val="0"/>
              </a:spcAft>
              <a:buClr>
                <a:schemeClr val="lt1"/>
              </a:buClr>
              <a:buSzPts val="2200"/>
              <a:buFont typeface="+mj-lt"/>
              <a:buAutoNum type="arabicPeriod"/>
            </a:pPr>
            <a:r>
              <a:rPr lang="en-US" b="1" dirty="0"/>
              <a:t>Validate Input Data</a:t>
            </a:r>
            <a:r>
              <a:rPr lang="en-US" dirty="0"/>
              <a:t>: </a:t>
            </a:r>
            <a:r>
              <a:rPr lang="en-US" u="sng" dirty="0"/>
              <a:t>STD-002:</a:t>
            </a:r>
            <a:r>
              <a:rPr lang="en-US" dirty="0"/>
              <a:t> Numeric Validation, </a:t>
            </a:r>
            <a:r>
              <a:rPr lang="en-US" u="sng" dirty="0"/>
              <a:t>STD-008:</a:t>
            </a:r>
            <a:r>
              <a:rPr lang="en-US" dirty="0"/>
              <a:t> Input validation</a:t>
            </a:r>
          </a:p>
          <a:p>
            <a:pPr lvl="0" indent="-457200" algn="l" rtl="0">
              <a:lnSpc>
                <a:spcPct val="90000"/>
              </a:lnSpc>
              <a:spcBef>
                <a:spcPts val="0"/>
              </a:spcBef>
              <a:spcAft>
                <a:spcPts val="0"/>
              </a:spcAft>
              <a:buClr>
                <a:schemeClr val="lt1"/>
              </a:buClr>
              <a:buSzPts val="2200"/>
              <a:buFont typeface="+mj-lt"/>
              <a:buAutoNum type="arabicPeriod"/>
            </a:pPr>
            <a:r>
              <a:rPr lang="en-US" b="1" dirty="0"/>
              <a:t>Heed Compiler Warnings</a:t>
            </a:r>
            <a:r>
              <a:rPr lang="en-US" dirty="0"/>
              <a:t>: Static analysis tools, Warning resolution</a:t>
            </a:r>
          </a:p>
          <a:p>
            <a:pPr lvl="0" indent="-457200" algn="l" rtl="0">
              <a:lnSpc>
                <a:spcPct val="90000"/>
              </a:lnSpc>
              <a:spcBef>
                <a:spcPts val="0"/>
              </a:spcBef>
              <a:spcAft>
                <a:spcPts val="0"/>
              </a:spcAft>
              <a:buClr>
                <a:schemeClr val="lt1"/>
              </a:buClr>
              <a:buSzPts val="2200"/>
              <a:buFont typeface="+mj-lt"/>
              <a:buAutoNum type="arabicPeriod"/>
            </a:pPr>
            <a:r>
              <a:rPr lang="en-US" b="1" dirty="0"/>
              <a:t>Architect for Security</a:t>
            </a:r>
            <a:r>
              <a:rPr lang="en-US" dirty="0"/>
              <a:t>: </a:t>
            </a:r>
            <a:r>
              <a:rPr lang="en-US" u="sng" dirty="0"/>
              <a:t>STD-004:</a:t>
            </a:r>
            <a:r>
              <a:rPr lang="en-US" dirty="0"/>
              <a:t> SQL protection, </a:t>
            </a:r>
            <a:r>
              <a:rPr lang="en-US" u="sng" dirty="0"/>
              <a:t>STD-008:</a:t>
            </a:r>
            <a:r>
              <a:rPr lang="en-US" dirty="0"/>
              <a:t> Input handling)</a:t>
            </a:r>
          </a:p>
          <a:p>
            <a:pPr lvl="0" indent="-457200" algn="l" rtl="0">
              <a:lnSpc>
                <a:spcPct val="90000"/>
              </a:lnSpc>
              <a:spcBef>
                <a:spcPts val="0"/>
              </a:spcBef>
              <a:spcAft>
                <a:spcPts val="0"/>
              </a:spcAft>
              <a:buClr>
                <a:schemeClr val="lt1"/>
              </a:buClr>
              <a:buSzPts val="2200"/>
              <a:buFont typeface="+mj-lt"/>
              <a:buAutoNum type="arabicPeriod"/>
            </a:pPr>
            <a:r>
              <a:rPr lang="en-US" b="1" dirty="0"/>
              <a:t>Keep It Simple</a:t>
            </a:r>
            <a:r>
              <a:rPr lang="en-US" dirty="0"/>
              <a:t>: Reduce unsafe logic, avoid complex memory operations</a:t>
            </a:r>
          </a:p>
          <a:p>
            <a:pPr lvl="0" indent="-457200" algn="l" rtl="0">
              <a:lnSpc>
                <a:spcPct val="90000"/>
              </a:lnSpc>
              <a:spcBef>
                <a:spcPts val="0"/>
              </a:spcBef>
              <a:spcAft>
                <a:spcPts val="0"/>
              </a:spcAft>
              <a:buClr>
                <a:schemeClr val="lt1"/>
              </a:buClr>
              <a:buSzPts val="2200"/>
              <a:buFont typeface="+mj-lt"/>
              <a:buAutoNum type="arabicPeriod"/>
            </a:pPr>
            <a:r>
              <a:rPr lang="en-US" b="1" dirty="0"/>
              <a:t>Default Deny</a:t>
            </a:r>
            <a:r>
              <a:rPr lang="en-US" dirty="0"/>
              <a:t>: Validate before execution, Reject invalid input</a:t>
            </a:r>
          </a:p>
          <a:p>
            <a:pPr lvl="0" indent="-457200">
              <a:spcBef>
                <a:spcPts val="0"/>
              </a:spcBef>
              <a:buSzPts val="2200"/>
              <a:buFont typeface="+mj-lt"/>
              <a:buAutoNum type="arabicPeriod"/>
            </a:pPr>
            <a:r>
              <a:rPr lang="en-US" b="1" dirty="0"/>
              <a:t>Least Privilege</a:t>
            </a:r>
            <a:r>
              <a:rPr lang="en-US" dirty="0"/>
              <a:t>: </a:t>
            </a:r>
            <a:r>
              <a:rPr lang="en-US" u="sng" dirty="0"/>
              <a:t>STD-005:</a:t>
            </a:r>
            <a:r>
              <a:rPr lang="en-US" dirty="0"/>
              <a:t> Limit memory access, </a:t>
            </a:r>
            <a:r>
              <a:rPr lang="en-US" u="sng" dirty="0"/>
              <a:t>STD-009:</a:t>
            </a:r>
            <a:r>
              <a:rPr lang="en-US" dirty="0"/>
              <a:t> Safe pointer use.</a:t>
            </a:r>
          </a:p>
          <a:p>
            <a:pPr lvl="0" indent="-457200" algn="l" rtl="0">
              <a:lnSpc>
                <a:spcPct val="90000"/>
              </a:lnSpc>
              <a:spcBef>
                <a:spcPts val="0"/>
              </a:spcBef>
              <a:spcAft>
                <a:spcPts val="0"/>
              </a:spcAft>
              <a:buClr>
                <a:schemeClr val="lt1"/>
              </a:buClr>
              <a:buSzPts val="2200"/>
              <a:buFont typeface="+mj-lt"/>
              <a:buAutoNum type="arabicPeriod"/>
            </a:pPr>
            <a:r>
              <a:rPr lang="en-US" b="1" dirty="0"/>
              <a:t>Sanitize External Data</a:t>
            </a:r>
            <a:r>
              <a:rPr lang="en-US" dirty="0"/>
              <a:t>: </a:t>
            </a:r>
            <a:r>
              <a:rPr lang="en-US" u="sng" dirty="0"/>
              <a:t>STD-004:</a:t>
            </a:r>
            <a:r>
              <a:rPr lang="en-US" dirty="0"/>
              <a:t> SQL injection prevention</a:t>
            </a:r>
          </a:p>
          <a:p>
            <a:pPr lvl="0" indent="-457200" algn="l" rtl="0">
              <a:lnSpc>
                <a:spcPct val="90000"/>
              </a:lnSpc>
              <a:spcBef>
                <a:spcPts val="0"/>
              </a:spcBef>
              <a:spcAft>
                <a:spcPts val="0"/>
              </a:spcAft>
              <a:buClr>
                <a:schemeClr val="lt1"/>
              </a:buClr>
              <a:buSzPts val="2200"/>
              <a:buFont typeface="+mj-lt"/>
              <a:buAutoNum type="arabicPeriod"/>
            </a:pPr>
            <a:r>
              <a:rPr lang="en-US" b="1" dirty="0"/>
              <a:t>Defense in Depth</a:t>
            </a:r>
            <a:r>
              <a:rPr lang="en-US" dirty="0"/>
              <a:t>: </a:t>
            </a:r>
            <a:r>
              <a:rPr lang="en-US" u="sng" dirty="0"/>
              <a:t>STD-002</a:t>
            </a:r>
            <a:r>
              <a:rPr lang="en-US" dirty="0"/>
              <a:t>, </a:t>
            </a:r>
            <a:r>
              <a:rPr lang="en-US" u="sng" dirty="0"/>
              <a:t>STD-003</a:t>
            </a:r>
            <a:r>
              <a:rPr lang="en-US" dirty="0"/>
              <a:t>, </a:t>
            </a:r>
            <a:r>
              <a:rPr lang="en-US" u="sng" dirty="0"/>
              <a:t>STD-008:</a:t>
            </a:r>
            <a:r>
              <a:rPr lang="en-US" dirty="0"/>
              <a:t> Layered validation and safety</a:t>
            </a:r>
          </a:p>
          <a:p>
            <a:pPr lvl="0" indent="-457200" algn="l" rtl="0">
              <a:lnSpc>
                <a:spcPct val="90000"/>
              </a:lnSpc>
              <a:spcBef>
                <a:spcPts val="0"/>
              </a:spcBef>
              <a:spcAft>
                <a:spcPts val="0"/>
              </a:spcAft>
              <a:buClr>
                <a:schemeClr val="lt1"/>
              </a:buClr>
              <a:buSzPts val="2200"/>
              <a:buFont typeface="+mj-lt"/>
              <a:buAutoNum type="arabicPeriod"/>
            </a:pPr>
            <a:r>
              <a:rPr lang="en-US" b="1" dirty="0"/>
              <a:t>Quality Assurance</a:t>
            </a:r>
            <a:r>
              <a:rPr lang="en-US" dirty="0"/>
              <a:t>: </a:t>
            </a:r>
            <a:r>
              <a:rPr lang="en-US" u="sng" dirty="0"/>
              <a:t>STD-006:</a:t>
            </a:r>
            <a:r>
              <a:rPr lang="en-US" dirty="0"/>
              <a:t> Assertions, </a:t>
            </a:r>
            <a:r>
              <a:rPr lang="en-US" u="sng" dirty="0"/>
              <a:t>STD-007:</a:t>
            </a:r>
            <a:r>
              <a:rPr lang="en-US" dirty="0"/>
              <a:t> Exceptions, Testing</a:t>
            </a:r>
          </a:p>
          <a:p>
            <a:pPr lvl="0" indent="-457200" algn="l" rtl="0">
              <a:lnSpc>
                <a:spcPct val="90000"/>
              </a:lnSpc>
              <a:spcBef>
                <a:spcPts val="0"/>
              </a:spcBef>
              <a:spcAft>
                <a:spcPts val="0"/>
              </a:spcAft>
              <a:buClr>
                <a:schemeClr val="lt1"/>
              </a:buClr>
              <a:buSzPts val="2200"/>
              <a:buFont typeface="+mj-lt"/>
              <a:buAutoNum type="arabicPeriod"/>
            </a:pPr>
            <a:r>
              <a:rPr lang="en-US" b="1" dirty="0"/>
              <a:t>Secure Coding Standards</a:t>
            </a:r>
            <a:r>
              <a:rPr lang="en-US" dirty="0"/>
              <a:t>: Enforcement of ALL standards, </a:t>
            </a:r>
            <a:r>
              <a:rPr lang="en-US" u="sng" dirty="0"/>
              <a:t>STD-001</a:t>
            </a:r>
            <a:r>
              <a:rPr lang="en-US" dirty="0"/>
              <a:t> through </a:t>
            </a:r>
            <a:r>
              <a:rPr lang="en-US" u="sng" dirty="0"/>
              <a:t>STD-010</a:t>
            </a:r>
            <a:endParaRPr u="sng" dirty="0"/>
          </a:p>
        </p:txBody>
      </p:sp>
      <p:pic>
        <p:nvPicPr>
          <p:cNvPr id="169" name="Google Shape;169;p5" descr="Green Pace logo"/>
          <p:cNvPicPr preferRelativeResize="0"/>
          <p:nvPr/>
        </p:nvPicPr>
        <p:blipFill>
          <a:blip r:embed="rId4">
            <a:alphaModFix/>
          </a:blip>
          <a:stretch>
            <a:fillRect/>
          </a:stretch>
        </p:blipFill>
        <p:spPr>
          <a:xfrm>
            <a:off x="11084074" y="5440526"/>
            <a:ext cx="886601" cy="1149225"/>
          </a:xfrm>
          <a:prstGeom prst="rect">
            <a:avLst/>
          </a:prstGeom>
          <a:noFill/>
          <a:ln>
            <a:noFill/>
          </a:ln>
        </p:spPr>
      </p:pic>
    </p:spTree>
    <p:custDataLst>
      <p:tags r:id="rId1"/>
    </p:custData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174" name="Google Shape;174;p6"/>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dirty="0"/>
              <a:t>CODING STANDARDS</a:t>
            </a:r>
            <a:endParaRPr dirty="0"/>
          </a:p>
        </p:txBody>
      </p:sp>
      <p:sp>
        <p:nvSpPr>
          <p:cNvPr id="175" name="Google Shape;175;p6"/>
          <p:cNvSpPr txBox="1">
            <a:spLocks noGrp="1"/>
          </p:cNvSpPr>
          <p:nvPr>
            <p:ph type="body" idx="1"/>
          </p:nvPr>
        </p:nvSpPr>
        <p:spPr>
          <a:xfrm>
            <a:off x="0" y="1662545"/>
            <a:ext cx="12192000" cy="5195455"/>
          </a:xfrm>
          <a:prstGeom prst="rect">
            <a:avLst/>
          </a:prstGeom>
          <a:noFill/>
          <a:ln>
            <a:noFill/>
          </a:ln>
        </p:spPr>
        <p:txBody>
          <a:bodyPr spcFirstLastPara="1" wrap="square" lIns="91425" tIns="45700" rIns="91425" bIns="45700" anchor="t" anchorCtr="0">
            <a:normAutofit/>
          </a:bodyPr>
          <a:lstStyle/>
          <a:p>
            <a:pPr indent="-457200">
              <a:spcBef>
                <a:spcPts val="0"/>
              </a:spcBef>
              <a:buSzPts val="2000"/>
              <a:buFont typeface="+mj-lt"/>
              <a:buAutoNum type="arabicPeriod"/>
            </a:pPr>
            <a:r>
              <a:rPr lang="en-US" sz="2000" dirty="0"/>
              <a:t>STD-004: Use parameterized queries to prevent SQL injection</a:t>
            </a:r>
          </a:p>
          <a:p>
            <a:pPr indent="-457200">
              <a:spcBef>
                <a:spcPts val="0"/>
              </a:spcBef>
              <a:buSzPts val="2000"/>
              <a:buFont typeface="+mj-lt"/>
              <a:buAutoNum type="arabicPeriod"/>
            </a:pPr>
            <a:r>
              <a:rPr lang="en-US" sz="2000" dirty="0"/>
              <a:t>STD-008: Validate all external input before use</a:t>
            </a:r>
          </a:p>
          <a:p>
            <a:pPr indent="-457200">
              <a:spcBef>
                <a:spcPts val="0"/>
              </a:spcBef>
              <a:buSzPts val="2000"/>
              <a:buFont typeface="+mj-lt"/>
              <a:buAutoNum type="arabicPeriod"/>
            </a:pPr>
            <a:r>
              <a:rPr lang="en-US" sz="2000" dirty="0"/>
              <a:t>STD-003: Verify string length and null termination</a:t>
            </a:r>
          </a:p>
          <a:p>
            <a:pPr indent="-457200">
              <a:spcBef>
                <a:spcPts val="0"/>
              </a:spcBef>
              <a:buSzPts val="2000"/>
              <a:buFont typeface="+mj-lt"/>
              <a:buAutoNum type="arabicPeriod"/>
            </a:pPr>
            <a:r>
              <a:rPr lang="en-US" sz="2000" dirty="0"/>
              <a:t>STD-005: Avoid raw pointer misuse and unsafe memory access</a:t>
            </a:r>
          </a:p>
          <a:p>
            <a:pPr indent="-457200">
              <a:spcBef>
                <a:spcPts val="0"/>
              </a:spcBef>
              <a:buSzPts val="2000"/>
              <a:buFont typeface="+mj-lt"/>
              <a:buAutoNum type="arabicPeriod"/>
            </a:pPr>
            <a:r>
              <a:rPr lang="en-US" sz="2000" dirty="0"/>
              <a:t>STD-010: Use smart pointers and RAII for memory management</a:t>
            </a:r>
          </a:p>
          <a:p>
            <a:pPr indent="-457200">
              <a:spcBef>
                <a:spcPts val="0"/>
              </a:spcBef>
              <a:buSzPts val="2000"/>
              <a:buFont typeface="+mj-lt"/>
              <a:buAutoNum type="arabicPeriod"/>
            </a:pPr>
            <a:r>
              <a:rPr lang="en-US" sz="2000" dirty="0"/>
              <a:t>STD-002: Validate numeric values before calculations or indexing</a:t>
            </a:r>
          </a:p>
          <a:p>
            <a:pPr indent="-457200">
              <a:spcBef>
                <a:spcPts val="0"/>
              </a:spcBef>
              <a:buSzPts val="2000"/>
              <a:buFont typeface="+mj-lt"/>
              <a:buAutoNum type="arabicPeriod"/>
            </a:pPr>
            <a:r>
              <a:rPr lang="en-US" sz="2000" dirty="0"/>
              <a:t>STD-009: Check pointers for null before dereferencing</a:t>
            </a:r>
          </a:p>
          <a:p>
            <a:pPr indent="-457200">
              <a:spcBef>
                <a:spcPts val="0"/>
              </a:spcBef>
              <a:buSzPts val="2000"/>
              <a:buFont typeface="+mj-lt"/>
              <a:buAutoNum type="arabicPeriod"/>
            </a:pPr>
            <a:r>
              <a:rPr lang="en-US" sz="2000" dirty="0"/>
              <a:t>STD-007: Use exceptions safely for runtime error handling</a:t>
            </a:r>
          </a:p>
          <a:p>
            <a:pPr indent="-457200">
              <a:spcBef>
                <a:spcPts val="0"/>
              </a:spcBef>
              <a:buSzPts val="2000"/>
              <a:buFont typeface="+mj-lt"/>
              <a:buAutoNum type="arabicPeriod"/>
            </a:pPr>
            <a:r>
              <a:rPr lang="en-US" sz="2000" dirty="0"/>
              <a:t>STD-001: Use appropriate data types for sizes, lengths, and indexes</a:t>
            </a:r>
          </a:p>
          <a:p>
            <a:pPr indent="-457200">
              <a:spcBef>
                <a:spcPts val="0"/>
              </a:spcBef>
              <a:buSzPts val="2000"/>
              <a:buFont typeface="+mj-lt"/>
              <a:buAutoNum type="arabicPeriod"/>
            </a:pPr>
            <a:r>
              <a:rPr lang="en-US" sz="2000" dirty="0"/>
              <a:t>STD-006: Use assertions for internal assumptions, not runtime protection</a:t>
            </a:r>
          </a:p>
          <a:p>
            <a:pPr indent="-457200">
              <a:spcBef>
                <a:spcPts val="0"/>
              </a:spcBef>
              <a:buSzPts val="2000"/>
              <a:buFont typeface="+mj-lt"/>
              <a:buAutoNum type="arabicPeriod"/>
            </a:pPr>
            <a:endParaRPr lang="en-US" sz="2000" dirty="0"/>
          </a:p>
          <a:p>
            <a:pPr marL="0" indent="0">
              <a:spcBef>
                <a:spcPts val="0"/>
              </a:spcBef>
              <a:buSzPts val="2000"/>
              <a:buNone/>
            </a:pPr>
            <a:r>
              <a:rPr lang="en-US" sz="2000" dirty="0"/>
              <a:t>Ranking Justification:</a:t>
            </a:r>
          </a:p>
          <a:p>
            <a:pPr marL="342900">
              <a:spcBef>
                <a:spcPts val="0"/>
              </a:spcBef>
              <a:buSzPts val="2000"/>
            </a:pPr>
            <a:r>
              <a:rPr lang="en-US" sz="2000" dirty="0"/>
              <a:t>Ranked in descending order based on likelihood of exploitation and impact if exploited</a:t>
            </a:r>
          </a:p>
          <a:p>
            <a:pPr marL="342900">
              <a:spcBef>
                <a:spcPts val="0"/>
              </a:spcBef>
              <a:buSzPts val="2000"/>
            </a:pPr>
            <a:r>
              <a:rPr lang="en-US" sz="2000" dirty="0"/>
              <a:t>Highest priority standards prevent unauthorized access, data exposure, and system compromise</a:t>
            </a:r>
          </a:p>
          <a:p>
            <a:pPr marL="342900">
              <a:spcBef>
                <a:spcPts val="0"/>
              </a:spcBef>
              <a:buSzPts val="2000"/>
            </a:pPr>
            <a:r>
              <a:rPr lang="en-US" sz="2000" dirty="0"/>
              <a:t>Middle priorities reduce memory safety and logic errors</a:t>
            </a:r>
          </a:p>
          <a:p>
            <a:pPr marL="342900">
              <a:spcBef>
                <a:spcPts val="0"/>
              </a:spcBef>
              <a:buSzPts val="2000"/>
            </a:pPr>
            <a:r>
              <a:rPr lang="en-US" sz="2000" dirty="0"/>
              <a:t>Lower priorities usually have a smaller direct attack surface</a:t>
            </a:r>
            <a:endParaRPr dirty="0"/>
          </a:p>
        </p:txBody>
      </p:sp>
      <p:pic>
        <p:nvPicPr>
          <p:cNvPr id="176" name="Google Shape;176;p6" descr="Green Pace logo"/>
          <p:cNvPicPr preferRelativeResize="0"/>
          <p:nvPr/>
        </p:nvPicPr>
        <p:blipFill>
          <a:blip r:embed="rId4">
            <a:alphaModFix/>
          </a:blip>
          <a:stretch>
            <a:fillRect/>
          </a:stretch>
        </p:blipFill>
        <p:spPr>
          <a:xfrm>
            <a:off x="11084074" y="5440526"/>
            <a:ext cx="886601" cy="1149225"/>
          </a:xfrm>
          <a:prstGeom prst="rect">
            <a:avLst/>
          </a:prstGeom>
          <a:noFill/>
          <a:ln>
            <a:noFill/>
          </a:ln>
        </p:spPr>
      </p:pic>
    </p:spTree>
    <p:custDataLst>
      <p:tags r:id="rId1"/>
    </p:custData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80"/>
        <p:cNvGrpSpPr/>
        <p:nvPr/>
      </p:nvGrpSpPr>
      <p:grpSpPr>
        <a:xfrm>
          <a:off x="0" y="0"/>
          <a:ext cx="0" cy="0"/>
          <a:chOff x="0" y="0"/>
          <a:chExt cx="0" cy="0"/>
        </a:xfrm>
      </p:grpSpPr>
      <p:sp>
        <p:nvSpPr>
          <p:cNvPr id="181" name="Google Shape;181;p7"/>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dirty="0"/>
              <a:t>ENCRYPTION POLICIES</a:t>
            </a:r>
            <a:endParaRPr dirty="0"/>
          </a:p>
        </p:txBody>
      </p:sp>
      <p:sp>
        <p:nvSpPr>
          <p:cNvPr id="182" name="Google Shape;182;p7"/>
          <p:cNvSpPr txBox="1">
            <a:spLocks noGrp="1"/>
          </p:cNvSpPr>
          <p:nvPr>
            <p:ph type="body" idx="1"/>
          </p:nvPr>
        </p:nvSpPr>
        <p:spPr>
          <a:xfrm>
            <a:off x="685800" y="2194560"/>
            <a:ext cx="10820400" cy="4024125"/>
          </a:xfrm>
          <a:prstGeom prst="rect">
            <a:avLst/>
          </a:prstGeom>
          <a:noFill/>
          <a:ln>
            <a:noFill/>
          </a:ln>
        </p:spPr>
        <p:txBody>
          <a:bodyPr spcFirstLastPara="1" wrap="square" lIns="91425" tIns="45700" rIns="91425" bIns="45700" anchor="t" anchorCtr="0">
            <a:normAutofit lnSpcReduction="10000"/>
          </a:bodyPr>
          <a:lstStyle/>
          <a:p>
            <a:pPr marL="228600" lvl="0" indent="-228600" algn="l" rtl="0">
              <a:lnSpc>
                <a:spcPct val="90000"/>
              </a:lnSpc>
              <a:spcBef>
                <a:spcPts val="0"/>
              </a:spcBef>
              <a:spcAft>
                <a:spcPts val="0"/>
              </a:spcAft>
              <a:buClr>
                <a:schemeClr val="lt1"/>
              </a:buClr>
              <a:buSzPts val="2000"/>
              <a:buChar char="•"/>
            </a:pPr>
            <a:r>
              <a:rPr lang="en-US" sz="2800" b="1" dirty="0"/>
              <a:t>Encryption in Flight</a:t>
            </a:r>
          </a:p>
          <a:p>
            <a:pPr marL="685800" lvl="1" indent="-228600">
              <a:spcBef>
                <a:spcPts val="0"/>
              </a:spcBef>
              <a:buSzPts val="2000"/>
            </a:pPr>
            <a:r>
              <a:rPr lang="en-US" sz="2400" dirty="0"/>
              <a:t>Use HTTPS with TLS 1.2+ or higher for all data transmission</a:t>
            </a:r>
          </a:p>
          <a:p>
            <a:pPr marL="685800" lvl="1" indent="-228600">
              <a:spcBef>
                <a:spcPts val="0"/>
              </a:spcBef>
              <a:buSzPts val="2000"/>
            </a:pPr>
            <a:r>
              <a:rPr lang="en-US" sz="2400" dirty="0"/>
              <a:t>Encrypt all API and network communication</a:t>
            </a:r>
          </a:p>
          <a:p>
            <a:pPr marL="685800" lvl="1" indent="-228600">
              <a:spcBef>
                <a:spcPts val="0"/>
              </a:spcBef>
              <a:buSzPts val="2000"/>
            </a:pPr>
            <a:r>
              <a:rPr lang="en-US" sz="2400" dirty="0"/>
              <a:t>Prevent interception and man-in-the-middle attacks</a:t>
            </a:r>
          </a:p>
          <a:p>
            <a:pPr marL="228600" indent="-228600">
              <a:spcBef>
                <a:spcPts val="0"/>
              </a:spcBef>
              <a:buSzPts val="2000"/>
            </a:pPr>
            <a:r>
              <a:rPr lang="en-US" sz="2800" b="1" dirty="0"/>
              <a:t>Encryption at Rest</a:t>
            </a:r>
          </a:p>
          <a:p>
            <a:pPr marL="685800" lvl="1" indent="-228600">
              <a:spcBef>
                <a:spcPts val="0"/>
              </a:spcBef>
              <a:buSzPts val="2000"/>
            </a:pPr>
            <a:r>
              <a:rPr lang="en-US" sz="2400" dirty="0"/>
              <a:t>Encrypt sensitive data (PII, credentials, records)</a:t>
            </a:r>
          </a:p>
          <a:p>
            <a:pPr marL="685800" lvl="1" indent="-228600">
              <a:spcBef>
                <a:spcPts val="0"/>
              </a:spcBef>
              <a:buSzPts val="2000"/>
            </a:pPr>
            <a:r>
              <a:rPr lang="en-US" sz="2400" dirty="0"/>
              <a:t>Use strong encryption standards (AES-256)</a:t>
            </a:r>
          </a:p>
          <a:p>
            <a:pPr marL="685800" lvl="1" indent="-228600">
              <a:spcBef>
                <a:spcPts val="0"/>
              </a:spcBef>
              <a:buSzPts val="2000"/>
            </a:pPr>
            <a:r>
              <a:rPr lang="en-US" sz="2400" dirty="0"/>
              <a:t>Protect databases, backups, and storage systems</a:t>
            </a:r>
          </a:p>
          <a:p>
            <a:pPr marL="228600" indent="-228600">
              <a:spcBef>
                <a:spcPts val="0"/>
              </a:spcBef>
              <a:buSzPts val="2000"/>
            </a:pPr>
            <a:r>
              <a:rPr lang="en-US" sz="2800" b="1" dirty="0"/>
              <a:t>Encryption in Use</a:t>
            </a:r>
          </a:p>
          <a:p>
            <a:pPr marL="685800" lvl="1" indent="-228600">
              <a:spcBef>
                <a:spcPts val="0"/>
              </a:spcBef>
              <a:buSzPts val="2000"/>
            </a:pPr>
            <a:r>
              <a:rPr lang="en-US" sz="2400" dirty="0"/>
              <a:t>Limit exposure of decrypted data in memory</a:t>
            </a:r>
          </a:p>
          <a:p>
            <a:pPr marL="685800" lvl="1" indent="-228600">
              <a:spcBef>
                <a:spcPts val="0"/>
              </a:spcBef>
              <a:buSzPts val="2000"/>
            </a:pPr>
            <a:r>
              <a:rPr lang="en-US" sz="2400" dirty="0"/>
              <a:t>Use secure processing and access controls</a:t>
            </a:r>
          </a:p>
          <a:p>
            <a:pPr marL="685800" lvl="1" indent="-228600">
              <a:spcBef>
                <a:spcPts val="0"/>
              </a:spcBef>
              <a:buSzPts val="2000"/>
            </a:pPr>
            <a:r>
              <a:rPr lang="en-US" sz="2400" dirty="0"/>
              <a:t>Prevent unauthorized access during runtime</a:t>
            </a:r>
            <a:endParaRPr sz="2400" dirty="0"/>
          </a:p>
          <a:p>
            <a:pPr marL="228600" lvl="0" indent="-88900" algn="l" rtl="0">
              <a:lnSpc>
                <a:spcPct val="90000"/>
              </a:lnSpc>
              <a:spcBef>
                <a:spcPts val="1000"/>
              </a:spcBef>
              <a:spcAft>
                <a:spcPts val="0"/>
              </a:spcAft>
              <a:buClr>
                <a:schemeClr val="lt1"/>
              </a:buClr>
              <a:buSzPts val="2200"/>
              <a:buNone/>
            </a:pPr>
            <a:endParaRPr dirty="0"/>
          </a:p>
        </p:txBody>
      </p:sp>
      <p:pic>
        <p:nvPicPr>
          <p:cNvPr id="183" name="Google Shape;183;p7" descr="Green Pace logo"/>
          <p:cNvPicPr preferRelativeResize="0"/>
          <p:nvPr/>
        </p:nvPicPr>
        <p:blipFill>
          <a:blip r:embed="rId4">
            <a:alphaModFix/>
          </a:blip>
          <a:stretch>
            <a:fillRect/>
          </a:stretch>
        </p:blipFill>
        <p:spPr>
          <a:xfrm>
            <a:off x="11084074" y="5440526"/>
            <a:ext cx="886601" cy="1149225"/>
          </a:xfrm>
          <a:prstGeom prst="rect">
            <a:avLst/>
          </a:prstGeom>
          <a:noFill/>
          <a:ln>
            <a:noFill/>
          </a:ln>
        </p:spPr>
      </p:pic>
    </p:spTree>
    <p:custDataLst>
      <p:tags r:id="rId1"/>
    </p:custData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87"/>
        <p:cNvGrpSpPr/>
        <p:nvPr/>
      </p:nvGrpSpPr>
      <p:grpSpPr>
        <a:xfrm>
          <a:off x="0" y="0"/>
          <a:ext cx="0" cy="0"/>
          <a:chOff x="0" y="0"/>
          <a:chExt cx="0" cy="0"/>
        </a:xfrm>
      </p:grpSpPr>
      <p:sp>
        <p:nvSpPr>
          <p:cNvPr id="188" name="Google Shape;188;p8"/>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dirty="0"/>
              <a:t>TRIPLE-A POLICIES</a:t>
            </a:r>
            <a:endParaRPr dirty="0"/>
          </a:p>
        </p:txBody>
      </p:sp>
      <p:sp>
        <p:nvSpPr>
          <p:cNvPr id="189" name="Google Shape;189;p8"/>
          <p:cNvSpPr txBox="1">
            <a:spLocks noGrp="1"/>
          </p:cNvSpPr>
          <p:nvPr>
            <p:ph type="body" idx="1"/>
          </p:nvPr>
        </p:nvSpPr>
        <p:spPr>
          <a:xfrm>
            <a:off x="685800" y="2194560"/>
            <a:ext cx="10820400" cy="4663440"/>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lt1"/>
              </a:buClr>
              <a:buSzPts val="2400"/>
              <a:buChar char="•"/>
            </a:pPr>
            <a:r>
              <a:rPr lang="en-US" sz="2800" b="1" dirty="0"/>
              <a:t>Authentication</a:t>
            </a:r>
          </a:p>
          <a:p>
            <a:pPr marL="685800" lvl="1" indent="-228600">
              <a:spcBef>
                <a:spcPts val="0"/>
              </a:spcBef>
              <a:buSzPts val="2400"/>
            </a:pPr>
            <a:r>
              <a:rPr lang="en-US" sz="2400" dirty="0"/>
              <a:t>Require secure user login (username/password, MFA)</a:t>
            </a:r>
          </a:p>
          <a:p>
            <a:pPr marL="685800" lvl="1" indent="-228600">
              <a:spcBef>
                <a:spcPts val="0"/>
              </a:spcBef>
              <a:buSzPts val="2400"/>
            </a:pPr>
            <a:r>
              <a:rPr lang="en-US" sz="2400" dirty="0"/>
              <a:t>Verify user identity before granting access</a:t>
            </a:r>
          </a:p>
          <a:p>
            <a:pPr marL="685800" lvl="1" indent="-228600">
              <a:spcBef>
                <a:spcPts val="0"/>
              </a:spcBef>
              <a:buSzPts val="2400"/>
            </a:pPr>
            <a:r>
              <a:rPr lang="en-US" sz="2400" dirty="0"/>
              <a:t>Protect credentials using hashing and encryption</a:t>
            </a:r>
          </a:p>
          <a:p>
            <a:pPr marL="228600" indent="-228600">
              <a:spcBef>
                <a:spcPts val="0"/>
              </a:spcBef>
              <a:buSzPts val="2400"/>
            </a:pPr>
            <a:r>
              <a:rPr lang="en-US" sz="2800" b="1" dirty="0"/>
              <a:t>Authorization</a:t>
            </a:r>
          </a:p>
          <a:p>
            <a:pPr marL="685800" lvl="1" indent="-228600">
              <a:spcBef>
                <a:spcPts val="0"/>
              </a:spcBef>
              <a:buSzPts val="2400"/>
            </a:pPr>
            <a:r>
              <a:rPr lang="en-US" sz="2400" dirty="0"/>
              <a:t>Enforce role-based access control</a:t>
            </a:r>
          </a:p>
          <a:p>
            <a:pPr marL="685800" lvl="1" indent="-228600">
              <a:spcBef>
                <a:spcPts val="0"/>
              </a:spcBef>
              <a:buSzPts val="2400"/>
            </a:pPr>
            <a:r>
              <a:rPr lang="en-US" sz="2400" dirty="0"/>
              <a:t>Limit access based on user roles and permissions</a:t>
            </a:r>
          </a:p>
          <a:p>
            <a:pPr marL="685800" lvl="1" indent="-228600">
              <a:spcBef>
                <a:spcPts val="0"/>
              </a:spcBef>
              <a:buSzPts val="2400"/>
            </a:pPr>
            <a:r>
              <a:rPr lang="en-US" sz="2400" dirty="0"/>
              <a:t>Apply principle of least privilege</a:t>
            </a:r>
          </a:p>
          <a:p>
            <a:pPr marL="228600" indent="-228600">
              <a:spcBef>
                <a:spcPts val="0"/>
              </a:spcBef>
              <a:buSzPts val="2400"/>
            </a:pPr>
            <a:r>
              <a:rPr lang="en-US" sz="2800" b="1" dirty="0"/>
              <a:t>Accounting</a:t>
            </a:r>
          </a:p>
          <a:p>
            <a:pPr marL="685800" lvl="1" indent="-228600">
              <a:spcBef>
                <a:spcPts val="0"/>
              </a:spcBef>
              <a:buSzPts val="2400"/>
            </a:pPr>
            <a:r>
              <a:rPr lang="en-US" sz="2400" dirty="0"/>
              <a:t>Log user activity and system events</a:t>
            </a:r>
          </a:p>
          <a:p>
            <a:pPr marL="685800" lvl="1" indent="-228600">
              <a:spcBef>
                <a:spcPts val="0"/>
              </a:spcBef>
              <a:buSzPts val="2400"/>
            </a:pPr>
            <a:r>
              <a:rPr lang="en-US" sz="2400" dirty="0"/>
              <a:t>Track logins, data access, and system changes</a:t>
            </a:r>
          </a:p>
          <a:p>
            <a:pPr marL="685800" lvl="1" indent="-228600">
              <a:spcBef>
                <a:spcPts val="0"/>
              </a:spcBef>
              <a:buSzPts val="2400"/>
            </a:pPr>
            <a:r>
              <a:rPr lang="en-US" sz="2400" dirty="0"/>
              <a:t>Monitor and audit for suspicious behavior</a:t>
            </a:r>
            <a:endParaRPr sz="2400" dirty="0"/>
          </a:p>
        </p:txBody>
      </p:sp>
      <p:pic>
        <p:nvPicPr>
          <p:cNvPr id="190" name="Google Shape;190;p8" descr="Green Pace logo"/>
          <p:cNvPicPr preferRelativeResize="0"/>
          <p:nvPr/>
        </p:nvPicPr>
        <p:blipFill>
          <a:blip r:embed="rId4">
            <a:alphaModFix/>
          </a:blip>
          <a:stretch>
            <a:fillRect/>
          </a:stretch>
        </p:blipFill>
        <p:spPr>
          <a:xfrm>
            <a:off x="11084074" y="5440526"/>
            <a:ext cx="886601" cy="1149225"/>
          </a:xfrm>
          <a:prstGeom prst="rect">
            <a:avLst/>
          </a:prstGeom>
          <a:noFill/>
          <a:ln>
            <a:noFill/>
          </a:ln>
        </p:spPr>
      </p:pic>
    </p:spTree>
    <p:custDataLst>
      <p:tags r:id="rId1"/>
    </p:custData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94"/>
        <p:cNvGrpSpPr/>
        <p:nvPr/>
      </p:nvGrpSpPr>
      <p:grpSpPr>
        <a:xfrm>
          <a:off x="0" y="0"/>
          <a:ext cx="0" cy="0"/>
          <a:chOff x="0" y="0"/>
          <a:chExt cx="0" cy="0"/>
        </a:xfrm>
      </p:grpSpPr>
      <p:sp>
        <p:nvSpPr>
          <p:cNvPr id="195" name="Google Shape;195;g9504e29505_0_0"/>
          <p:cNvSpPr txBox="1">
            <a:spLocks noGrp="1"/>
          </p:cNvSpPr>
          <p:nvPr>
            <p:ph type="title"/>
          </p:nvPr>
        </p:nvSpPr>
        <p:spPr>
          <a:xfrm>
            <a:off x="2895600" y="764373"/>
            <a:ext cx="8610600" cy="1293000"/>
          </a:xfrm>
          <a:prstGeom prst="rect">
            <a:avLst/>
          </a:prstGeom>
          <a:noFill/>
          <a:ln>
            <a:noFill/>
          </a:ln>
        </p:spPr>
        <p:txBody>
          <a:bodyPr spcFirstLastPara="1" wrap="square" lIns="91425" tIns="45700" rIns="91425" bIns="45700" anchor="ctr" anchorCtr="0">
            <a:noAutofit/>
          </a:bodyPr>
          <a:lstStyle/>
          <a:p>
            <a:pPr lvl="0"/>
            <a:r>
              <a:rPr lang="en-US" dirty="0"/>
              <a:t>Unit Testing Overview</a:t>
            </a:r>
            <a:endParaRPr dirty="0"/>
          </a:p>
        </p:txBody>
      </p:sp>
      <p:sp>
        <p:nvSpPr>
          <p:cNvPr id="196" name="Google Shape;196;g9504e29505_0_0"/>
          <p:cNvSpPr txBox="1">
            <a:spLocks noGrp="1"/>
          </p:cNvSpPr>
          <p:nvPr>
            <p:ph type="body" idx="1"/>
          </p:nvPr>
        </p:nvSpPr>
        <p:spPr>
          <a:xfrm>
            <a:off x="685800" y="2194560"/>
            <a:ext cx="10820400" cy="4024200"/>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1000"/>
              </a:spcBef>
              <a:spcAft>
                <a:spcPts val="0"/>
              </a:spcAft>
              <a:buSzPts val="1800"/>
              <a:buNone/>
            </a:pPr>
            <a:r>
              <a:rPr lang="en-US" b="1" dirty="0"/>
              <a:t>Vulnerability tested</a:t>
            </a:r>
            <a:r>
              <a:rPr lang="en-US" dirty="0"/>
              <a:t>: Improper external input validation</a:t>
            </a:r>
          </a:p>
          <a:p>
            <a:pPr marL="0" lvl="0" indent="0" algn="l" rtl="0">
              <a:lnSpc>
                <a:spcPct val="90000"/>
              </a:lnSpc>
              <a:spcBef>
                <a:spcPts val="1000"/>
              </a:spcBef>
              <a:spcAft>
                <a:spcPts val="0"/>
              </a:spcAft>
              <a:buSzPts val="1800"/>
              <a:buNone/>
            </a:pPr>
            <a:r>
              <a:rPr lang="en-US" b="1" dirty="0"/>
              <a:t>Related standard</a:t>
            </a:r>
            <a:r>
              <a:rPr lang="en-US" dirty="0"/>
              <a:t>: STD-008</a:t>
            </a:r>
          </a:p>
          <a:p>
            <a:pPr marL="0" lvl="0" indent="0" algn="l" rtl="0">
              <a:lnSpc>
                <a:spcPct val="90000"/>
              </a:lnSpc>
              <a:spcBef>
                <a:spcPts val="1000"/>
              </a:spcBef>
              <a:spcAft>
                <a:spcPts val="0"/>
              </a:spcAft>
              <a:buSzPts val="1800"/>
              <a:buNone/>
            </a:pPr>
            <a:endParaRPr lang="en-US" dirty="0"/>
          </a:p>
          <a:p>
            <a:pPr marL="0" lvl="0" indent="0" algn="l" rtl="0">
              <a:lnSpc>
                <a:spcPct val="90000"/>
              </a:lnSpc>
              <a:spcBef>
                <a:spcPts val="1000"/>
              </a:spcBef>
              <a:spcAft>
                <a:spcPts val="0"/>
              </a:spcAft>
              <a:buSzPts val="1800"/>
              <a:buNone/>
            </a:pPr>
            <a:r>
              <a:rPr lang="en-US" b="1" dirty="0"/>
              <a:t>Goal</a:t>
            </a:r>
            <a:r>
              <a:rPr lang="en-US" dirty="0"/>
              <a:t>: Ensure invalid input is rejected before use</a:t>
            </a:r>
          </a:p>
          <a:p>
            <a:pPr marL="0" lvl="0" indent="0" algn="l" rtl="0">
              <a:lnSpc>
                <a:spcPct val="90000"/>
              </a:lnSpc>
              <a:spcBef>
                <a:spcPts val="1000"/>
              </a:spcBef>
              <a:spcAft>
                <a:spcPts val="0"/>
              </a:spcAft>
              <a:buSzPts val="1800"/>
              <a:buNone/>
            </a:pPr>
            <a:r>
              <a:rPr lang="en-US" b="1" dirty="0"/>
              <a:t>Framework example</a:t>
            </a:r>
            <a:r>
              <a:rPr lang="en-US" dirty="0"/>
              <a:t>: Microsoft Visual Studio C++ Unit Test Framework</a:t>
            </a:r>
          </a:p>
          <a:p>
            <a:pPr marL="0" lvl="0" indent="0" algn="l" rtl="0">
              <a:lnSpc>
                <a:spcPct val="90000"/>
              </a:lnSpc>
              <a:spcBef>
                <a:spcPts val="1000"/>
              </a:spcBef>
              <a:spcAft>
                <a:spcPts val="0"/>
              </a:spcAft>
              <a:buSzPts val="1800"/>
              <a:buNone/>
            </a:pPr>
            <a:endParaRPr lang="en-US" dirty="0"/>
          </a:p>
          <a:p>
            <a:pPr marL="0" lvl="0" indent="0" algn="l" rtl="0">
              <a:lnSpc>
                <a:spcPct val="90000"/>
              </a:lnSpc>
              <a:spcBef>
                <a:spcPts val="1000"/>
              </a:spcBef>
              <a:spcAft>
                <a:spcPts val="0"/>
              </a:spcAft>
              <a:buSzPts val="1800"/>
              <a:buNone/>
            </a:pPr>
            <a:r>
              <a:rPr lang="en-US" dirty="0"/>
              <a:t>Mixed tests include both positive and negative results</a:t>
            </a:r>
            <a:endParaRPr dirty="0"/>
          </a:p>
        </p:txBody>
      </p:sp>
      <p:pic>
        <p:nvPicPr>
          <p:cNvPr id="197" name="Google Shape;197;g9504e29505_0_0" descr="Green Pace logo"/>
          <p:cNvPicPr preferRelativeResize="0"/>
          <p:nvPr/>
        </p:nvPicPr>
        <p:blipFill>
          <a:blip r:embed="rId4">
            <a:alphaModFix/>
          </a:blip>
          <a:stretch>
            <a:fillRect/>
          </a:stretch>
        </p:blipFill>
        <p:spPr>
          <a:xfrm>
            <a:off x="11084074" y="5440526"/>
            <a:ext cx="886601" cy="1149225"/>
          </a:xfrm>
          <a:prstGeom prst="rect">
            <a:avLst/>
          </a:prstGeom>
          <a:noFill/>
          <a:ln>
            <a:noFill/>
          </a:ln>
        </p:spPr>
      </p:pic>
    </p:spTree>
    <p:custDataLst>
      <p:tags r:id="rId1"/>
    </p:custData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94">
          <a:extLst>
            <a:ext uri="{FF2B5EF4-FFF2-40B4-BE49-F238E27FC236}">
              <a16:creationId xmlns:a16="http://schemas.microsoft.com/office/drawing/2014/main" id="{0509C3F8-4FF9-35DB-B47E-930B98B1E811}"/>
            </a:ext>
          </a:extLst>
        </p:cNvPr>
        <p:cNvGrpSpPr/>
        <p:nvPr/>
      </p:nvGrpSpPr>
      <p:grpSpPr>
        <a:xfrm>
          <a:off x="0" y="0"/>
          <a:ext cx="0" cy="0"/>
          <a:chOff x="0" y="0"/>
          <a:chExt cx="0" cy="0"/>
        </a:xfrm>
      </p:grpSpPr>
      <p:sp>
        <p:nvSpPr>
          <p:cNvPr id="195" name="Google Shape;195;g9504e29505_0_0">
            <a:extLst>
              <a:ext uri="{FF2B5EF4-FFF2-40B4-BE49-F238E27FC236}">
                <a16:creationId xmlns:a16="http://schemas.microsoft.com/office/drawing/2014/main" id="{AD31E574-284A-957A-B4EA-D51ADCE88841}"/>
              </a:ext>
            </a:extLst>
          </p:cNvPr>
          <p:cNvSpPr txBox="1">
            <a:spLocks noGrp="1"/>
          </p:cNvSpPr>
          <p:nvPr>
            <p:ph type="title"/>
          </p:nvPr>
        </p:nvSpPr>
        <p:spPr>
          <a:xfrm>
            <a:off x="2895600" y="764373"/>
            <a:ext cx="8610600" cy="1293000"/>
          </a:xfrm>
          <a:prstGeom prst="rect">
            <a:avLst/>
          </a:prstGeom>
          <a:noFill/>
          <a:ln>
            <a:noFill/>
          </a:ln>
        </p:spPr>
        <p:txBody>
          <a:bodyPr spcFirstLastPara="1" wrap="square" lIns="91425" tIns="45700" rIns="91425" bIns="45700" anchor="ctr" anchorCtr="0">
            <a:noAutofit/>
          </a:bodyPr>
          <a:lstStyle/>
          <a:p>
            <a:pPr lvl="0"/>
            <a:r>
              <a:rPr lang="en-US" dirty="0"/>
              <a:t>Does the program accept a valid input within range?</a:t>
            </a:r>
            <a:endParaRPr dirty="0"/>
          </a:p>
        </p:txBody>
      </p:sp>
      <p:sp>
        <p:nvSpPr>
          <p:cNvPr id="196" name="Google Shape;196;g9504e29505_0_0">
            <a:extLst>
              <a:ext uri="{FF2B5EF4-FFF2-40B4-BE49-F238E27FC236}">
                <a16:creationId xmlns:a16="http://schemas.microsoft.com/office/drawing/2014/main" id="{C52EE440-A81E-AC2A-42BB-068563C584E0}"/>
              </a:ext>
            </a:extLst>
          </p:cNvPr>
          <p:cNvSpPr txBox="1">
            <a:spLocks noGrp="1"/>
          </p:cNvSpPr>
          <p:nvPr>
            <p:ph type="body" idx="1"/>
          </p:nvPr>
        </p:nvSpPr>
        <p:spPr>
          <a:xfrm>
            <a:off x="685800" y="2194560"/>
            <a:ext cx="10820400" cy="4024200"/>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1000"/>
              </a:spcBef>
              <a:spcAft>
                <a:spcPts val="0"/>
              </a:spcAft>
              <a:buSzPts val="1800"/>
              <a:buNone/>
            </a:pPr>
            <a:r>
              <a:rPr lang="en-US" b="1" dirty="0"/>
              <a:t>Input</a:t>
            </a:r>
            <a:r>
              <a:rPr lang="en-US" dirty="0"/>
              <a:t>: 3</a:t>
            </a:r>
          </a:p>
          <a:p>
            <a:pPr marL="0" lvl="0" indent="0" algn="l" rtl="0">
              <a:lnSpc>
                <a:spcPct val="90000"/>
              </a:lnSpc>
              <a:spcBef>
                <a:spcPts val="1000"/>
              </a:spcBef>
              <a:spcAft>
                <a:spcPts val="0"/>
              </a:spcAft>
              <a:buSzPts val="1800"/>
              <a:buNone/>
            </a:pPr>
            <a:r>
              <a:rPr lang="en-US" b="1" dirty="0"/>
              <a:t>Expected result</a:t>
            </a:r>
            <a:r>
              <a:rPr lang="en-US" dirty="0"/>
              <a:t>: value is accepted</a:t>
            </a:r>
          </a:p>
          <a:p>
            <a:pPr marL="0" lvl="0" indent="0" algn="l" rtl="0">
              <a:lnSpc>
                <a:spcPct val="90000"/>
              </a:lnSpc>
              <a:spcBef>
                <a:spcPts val="1000"/>
              </a:spcBef>
              <a:spcAft>
                <a:spcPts val="0"/>
              </a:spcAft>
              <a:buSzPts val="1800"/>
              <a:buNone/>
            </a:pPr>
            <a:endParaRPr lang="en-US" dirty="0"/>
          </a:p>
          <a:p>
            <a:pPr marL="0" lvl="0" indent="0" algn="l" rtl="0">
              <a:lnSpc>
                <a:spcPct val="90000"/>
              </a:lnSpc>
              <a:spcBef>
                <a:spcPts val="1000"/>
              </a:spcBef>
              <a:spcAft>
                <a:spcPts val="0"/>
              </a:spcAft>
              <a:buSzPts val="1800"/>
              <a:buNone/>
            </a:pPr>
            <a:r>
              <a:rPr lang="en-US" b="1" dirty="0"/>
              <a:t>Result</a:t>
            </a:r>
            <a:r>
              <a:rPr lang="en-US" dirty="0"/>
              <a:t>: Pass</a:t>
            </a:r>
          </a:p>
          <a:p>
            <a:pPr marL="0" lvl="0" indent="0" algn="l" rtl="0">
              <a:lnSpc>
                <a:spcPct val="90000"/>
              </a:lnSpc>
              <a:spcBef>
                <a:spcPts val="1000"/>
              </a:spcBef>
              <a:spcAft>
                <a:spcPts val="0"/>
              </a:spcAft>
              <a:buSzPts val="1800"/>
              <a:buNone/>
            </a:pPr>
            <a:r>
              <a:rPr lang="en-US" b="1" dirty="0"/>
              <a:t>Reason</a:t>
            </a:r>
            <a:r>
              <a:rPr lang="en-US" dirty="0"/>
              <a:t>: Input is within valid range 0–5</a:t>
            </a:r>
          </a:p>
          <a:p>
            <a:pPr marL="0" lvl="0" indent="0" algn="l" rtl="0">
              <a:lnSpc>
                <a:spcPct val="90000"/>
              </a:lnSpc>
              <a:spcBef>
                <a:spcPts val="1000"/>
              </a:spcBef>
              <a:spcAft>
                <a:spcPts val="0"/>
              </a:spcAft>
              <a:buSzPts val="1800"/>
              <a:buNone/>
            </a:pPr>
            <a:endParaRPr lang="en-US" dirty="0"/>
          </a:p>
          <a:p>
            <a:pPr marL="0" lvl="0" indent="0" algn="l" rtl="0">
              <a:lnSpc>
                <a:spcPct val="90000"/>
              </a:lnSpc>
              <a:spcBef>
                <a:spcPts val="1000"/>
              </a:spcBef>
              <a:spcAft>
                <a:spcPts val="0"/>
              </a:spcAft>
              <a:buSzPts val="1800"/>
              <a:buNone/>
            </a:pPr>
            <a:r>
              <a:rPr lang="en-US" b="1" dirty="0"/>
              <a:t>Take It Further</a:t>
            </a:r>
          </a:p>
          <a:p>
            <a:pPr marL="0" lvl="0" indent="0" algn="l" rtl="0">
              <a:lnSpc>
                <a:spcPct val="90000"/>
              </a:lnSpc>
              <a:spcBef>
                <a:spcPts val="1000"/>
              </a:spcBef>
              <a:spcAft>
                <a:spcPts val="0"/>
              </a:spcAft>
              <a:buSzPts val="1800"/>
              <a:buNone/>
            </a:pPr>
            <a:r>
              <a:rPr lang="en-US" dirty="0"/>
              <a:t>Add additional valid inputs such as 1, 2, and 5</a:t>
            </a:r>
            <a:endParaRPr dirty="0"/>
          </a:p>
        </p:txBody>
      </p:sp>
      <p:pic>
        <p:nvPicPr>
          <p:cNvPr id="197" name="Google Shape;197;g9504e29505_0_0" descr="Green Pace logo">
            <a:extLst>
              <a:ext uri="{FF2B5EF4-FFF2-40B4-BE49-F238E27FC236}">
                <a16:creationId xmlns:a16="http://schemas.microsoft.com/office/drawing/2014/main" id="{57A672CA-5C42-3DD5-8499-FFF0C6EFDF5E}"/>
              </a:ext>
            </a:extLst>
          </p:cNvPr>
          <p:cNvPicPr preferRelativeResize="0"/>
          <p:nvPr/>
        </p:nvPicPr>
        <p:blipFill>
          <a:blip r:embed="rId4">
            <a:alphaModFix/>
          </a:blip>
          <a:stretch>
            <a:fillRect/>
          </a:stretch>
        </p:blipFill>
        <p:spPr>
          <a:xfrm>
            <a:off x="11084074" y="5440526"/>
            <a:ext cx="886601" cy="1149225"/>
          </a:xfrm>
          <a:prstGeom prst="rect">
            <a:avLst/>
          </a:prstGeom>
          <a:noFill/>
          <a:ln>
            <a:noFill/>
          </a:ln>
        </p:spPr>
      </p:pic>
    </p:spTree>
    <p:custDataLst>
      <p:tags r:id="rId1"/>
    </p:custDataLst>
    <p:extLst>
      <p:ext uri="{BB962C8B-B14F-4D97-AF65-F5344CB8AC3E}">
        <p14:creationId xmlns:p14="http://schemas.microsoft.com/office/powerpoint/2010/main" val="368162268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94">
          <a:extLst>
            <a:ext uri="{FF2B5EF4-FFF2-40B4-BE49-F238E27FC236}">
              <a16:creationId xmlns:a16="http://schemas.microsoft.com/office/drawing/2014/main" id="{834A3024-2BF5-6717-149A-2F06681AFEC3}"/>
            </a:ext>
          </a:extLst>
        </p:cNvPr>
        <p:cNvGrpSpPr/>
        <p:nvPr/>
      </p:nvGrpSpPr>
      <p:grpSpPr>
        <a:xfrm>
          <a:off x="0" y="0"/>
          <a:ext cx="0" cy="0"/>
          <a:chOff x="0" y="0"/>
          <a:chExt cx="0" cy="0"/>
        </a:xfrm>
      </p:grpSpPr>
      <p:sp>
        <p:nvSpPr>
          <p:cNvPr id="195" name="Google Shape;195;g9504e29505_0_0">
            <a:extLst>
              <a:ext uri="{FF2B5EF4-FFF2-40B4-BE49-F238E27FC236}">
                <a16:creationId xmlns:a16="http://schemas.microsoft.com/office/drawing/2014/main" id="{AE501943-9890-5C34-BB03-9CA41BCFF2FC}"/>
              </a:ext>
            </a:extLst>
          </p:cNvPr>
          <p:cNvSpPr txBox="1">
            <a:spLocks noGrp="1"/>
          </p:cNvSpPr>
          <p:nvPr>
            <p:ph type="title"/>
          </p:nvPr>
        </p:nvSpPr>
        <p:spPr>
          <a:xfrm>
            <a:off x="2895600" y="764373"/>
            <a:ext cx="8610600" cy="1293000"/>
          </a:xfrm>
          <a:prstGeom prst="rect">
            <a:avLst/>
          </a:prstGeom>
          <a:noFill/>
          <a:ln>
            <a:noFill/>
          </a:ln>
        </p:spPr>
        <p:txBody>
          <a:bodyPr spcFirstLastPara="1" wrap="square" lIns="91425" tIns="45700" rIns="91425" bIns="45700" anchor="ctr" anchorCtr="0">
            <a:noAutofit/>
          </a:bodyPr>
          <a:lstStyle/>
          <a:p>
            <a:pPr lvl="0"/>
            <a:r>
              <a:rPr lang="en-US" dirty="0"/>
              <a:t>Does the program reject a negative input?</a:t>
            </a:r>
            <a:endParaRPr dirty="0"/>
          </a:p>
        </p:txBody>
      </p:sp>
      <p:sp>
        <p:nvSpPr>
          <p:cNvPr id="196" name="Google Shape;196;g9504e29505_0_0">
            <a:extLst>
              <a:ext uri="{FF2B5EF4-FFF2-40B4-BE49-F238E27FC236}">
                <a16:creationId xmlns:a16="http://schemas.microsoft.com/office/drawing/2014/main" id="{90FFB215-CE66-566E-D6CD-77A9E240159C}"/>
              </a:ext>
            </a:extLst>
          </p:cNvPr>
          <p:cNvSpPr txBox="1">
            <a:spLocks noGrp="1"/>
          </p:cNvSpPr>
          <p:nvPr>
            <p:ph type="body" idx="1"/>
          </p:nvPr>
        </p:nvSpPr>
        <p:spPr>
          <a:xfrm>
            <a:off x="685800" y="2194560"/>
            <a:ext cx="10820400" cy="4024200"/>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1000"/>
              </a:spcBef>
              <a:spcAft>
                <a:spcPts val="0"/>
              </a:spcAft>
              <a:buSzPts val="1800"/>
              <a:buNone/>
            </a:pPr>
            <a:r>
              <a:rPr lang="en-US" b="1" dirty="0"/>
              <a:t>Input</a:t>
            </a:r>
            <a:r>
              <a:rPr lang="en-US" dirty="0"/>
              <a:t>: -1</a:t>
            </a:r>
          </a:p>
          <a:p>
            <a:pPr marL="0" lvl="0" indent="0" algn="l" rtl="0">
              <a:lnSpc>
                <a:spcPct val="90000"/>
              </a:lnSpc>
              <a:spcBef>
                <a:spcPts val="1000"/>
              </a:spcBef>
              <a:spcAft>
                <a:spcPts val="0"/>
              </a:spcAft>
              <a:buSzPts val="1800"/>
              <a:buNone/>
            </a:pPr>
            <a:r>
              <a:rPr lang="en-US" b="1" dirty="0"/>
              <a:t>Expected result</a:t>
            </a:r>
            <a:r>
              <a:rPr lang="en-US" dirty="0"/>
              <a:t>: Input Rejected</a:t>
            </a:r>
          </a:p>
          <a:p>
            <a:pPr marL="0" lvl="0" indent="0" algn="l" rtl="0">
              <a:lnSpc>
                <a:spcPct val="90000"/>
              </a:lnSpc>
              <a:spcBef>
                <a:spcPts val="1000"/>
              </a:spcBef>
              <a:spcAft>
                <a:spcPts val="0"/>
              </a:spcAft>
              <a:buSzPts val="1800"/>
              <a:buNone/>
            </a:pPr>
            <a:endParaRPr lang="en-US" dirty="0"/>
          </a:p>
          <a:p>
            <a:pPr marL="0" lvl="0" indent="0" algn="l" rtl="0">
              <a:lnSpc>
                <a:spcPct val="90000"/>
              </a:lnSpc>
              <a:spcBef>
                <a:spcPts val="1000"/>
              </a:spcBef>
              <a:spcAft>
                <a:spcPts val="0"/>
              </a:spcAft>
              <a:buSzPts val="1800"/>
              <a:buNone/>
            </a:pPr>
            <a:r>
              <a:rPr lang="en-US" b="1" dirty="0"/>
              <a:t>Result</a:t>
            </a:r>
            <a:r>
              <a:rPr lang="en-US" dirty="0"/>
              <a:t>: Pass</a:t>
            </a:r>
          </a:p>
          <a:p>
            <a:pPr marL="0" lvl="0" indent="0" algn="l" rtl="0">
              <a:lnSpc>
                <a:spcPct val="90000"/>
              </a:lnSpc>
              <a:spcBef>
                <a:spcPts val="1000"/>
              </a:spcBef>
              <a:spcAft>
                <a:spcPts val="0"/>
              </a:spcAft>
              <a:buSzPts val="1800"/>
              <a:buNone/>
            </a:pPr>
            <a:r>
              <a:rPr lang="en-US" b="1" dirty="0"/>
              <a:t>Reason</a:t>
            </a:r>
            <a:r>
              <a:rPr lang="en-US" dirty="0"/>
              <a:t>: Negative input would create invalid control flow or indexing</a:t>
            </a:r>
          </a:p>
          <a:p>
            <a:pPr marL="0" lvl="0" indent="0" algn="l" rtl="0">
              <a:lnSpc>
                <a:spcPct val="90000"/>
              </a:lnSpc>
              <a:spcBef>
                <a:spcPts val="1000"/>
              </a:spcBef>
              <a:spcAft>
                <a:spcPts val="0"/>
              </a:spcAft>
              <a:buSzPts val="1800"/>
              <a:buNone/>
            </a:pPr>
            <a:endParaRPr lang="en-US" dirty="0"/>
          </a:p>
          <a:p>
            <a:pPr marL="0" lvl="0" indent="0" algn="l" rtl="0">
              <a:lnSpc>
                <a:spcPct val="90000"/>
              </a:lnSpc>
              <a:spcBef>
                <a:spcPts val="1000"/>
              </a:spcBef>
              <a:spcAft>
                <a:spcPts val="0"/>
              </a:spcAft>
              <a:buSzPts val="1800"/>
              <a:buNone/>
            </a:pPr>
            <a:r>
              <a:rPr lang="en-US" b="1" dirty="0"/>
              <a:t>Take It Further</a:t>
            </a:r>
          </a:p>
          <a:p>
            <a:pPr marL="0" lvl="0" indent="0" algn="l" rtl="0">
              <a:lnSpc>
                <a:spcPct val="90000"/>
              </a:lnSpc>
              <a:spcBef>
                <a:spcPts val="1000"/>
              </a:spcBef>
              <a:spcAft>
                <a:spcPts val="0"/>
              </a:spcAft>
              <a:buSzPts val="1800"/>
              <a:buNone/>
            </a:pPr>
            <a:r>
              <a:rPr lang="en-US" dirty="0"/>
              <a:t>Test lower invalid values such as -5 or -100</a:t>
            </a:r>
            <a:endParaRPr dirty="0"/>
          </a:p>
        </p:txBody>
      </p:sp>
      <p:pic>
        <p:nvPicPr>
          <p:cNvPr id="197" name="Google Shape;197;g9504e29505_0_0" descr="Green Pace logo">
            <a:extLst>
              <a:ext uri="{FF2B5EF4-FFF2-40B4-BE49-F238E27FC236}">
                <a16:creationId xmlns:a16="http://schemas.microsoft.com/office/drawing/2014/main" id="{7BAAE132-CE2A-BAE9-E17C-79462032FA5F}"/>
              </a:ext>
            </a:extLst>
          </p:cNvPr>
          <p:cNvPicPr preferRelativeResize="0"/>
          <p:nvPr/>
        </p:nvPicPr>
        <p:blipFill>
          <a:blip r:embed="rId4">
            <a:alphaModFix/>
          </a:blip>
          <a:stretch>
            <a:fillRect/>
          </a:stretch>
        </p:blipFill>
        <p:spPr>
          <a:xfrm>
            <a:off x="11084074" y="5440526"/>
            <a:ext cx="886601" cy="1149225"/>
          </a:xfrm>
          <a:prstGeom prst="rect">
            <a:avLst/>
          </a:prstGeom>
          <a:noFill/>
          <a:ln>
            <a:noFill/>
          </a:ln>
        </p:spPr>
      </p:pic>
    </p:spTree>
    <p:custDataLst>
      <p:tags r:id="rId1"/>
    </p:custDataLst>
    <p:extLst>
      <p:ext uri="{BB962C8B-B14F-4D97-AF65-F5344CB8AC3E}">
        <p14:creationId xmlns:p14="http://schemas.microsoft.com/office/powerpoint/2010/main" val="268226606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94">
          <a:extLst>
            <a:ext uri="{FF2B5EF4-FFF2-40B4-BE49-F238E27FC236}">
              <a16:creationId xmlns:a16="http://schemas.microsoft.com/office/drawing/2014/main" id="{A2BCFCD9-69BC-546B-9097-C38FDE2F6C2B}"/>
            </a:ext>
          </a:extLst>
        </p:cNvPr>
        <p:cNvGrpSpPr/>
        <p:nvPr/>
      </p:nvGrpSpPr>
      <p:grpSpPr>
        <a:xfrm>
          <a:off x="0" y="0"/>
          <a:ext cx="0" cy="0"/>
          <a:chOff x="0" y="0"/>
          <a:chExt cx="0" cy="0"/>
        </a:xfrm>
      </p:grpSpPr>
      <p:sp>
        <p:nvSpPr>
          <p:cNvPr id="195" name="Google Shape;195;g9504e29505_0_0">
            <a:extLst>
              <a:ext uri="{FF2B5EF4-FFF2-40B4-BE49-F238E27FC236}">
                <a16:creationId xmlns:a16="http://schemas.microsoft.com/office/drawing/2014/main" id="{E8F24B0A-3C57-A4BF-A1E3-EC89DF0DB502}"/>
              </a:ext>
            </a:extLst>
          </p:cNvPr>
          <p:cNvSpPr txBox="1">
            <a:spLocks noGrp="1"/>
          </p:cNvSpPr>
          <p:nvPr>
            <p:ph type="title"/>
          </p:nvPr>
        </p:nvSpPr>
        <p:spPr>
          <a:xfrm>
            <a:off x="2895600" y="764373"/>
            <a:ext cx="8610600" cy="1293000"/>
          </a:xfrm>
          <a:prstGeom prst="rect">
            <a:avLst/>
          </a:prstGeom>
          <a:noFill/>
          <a:ln>
            <a:noFill/>
          </a:ln>
        </p:spPr>
        <p:txBody>
          <a:bodyPr spcFirstLastPara="1" wrap="square" lIns="91425" tIns="45700" rIns="91425" bIns="45700" anchor="ctr" anchorCtr="0">
            <a:noAutofit/>
          </a:bodyPr>
          <a:lstStyle/>
          <a:p>
            <a:pPr lvl="0"/>
            <a:r>
              <a:rPr lang="en-US" dirty="0"/>
              <a:t>Does the program reject an oversized input?</a:t>
            </a:r>
            <a:endParaRPr dirty="0"/>
          </a:p>
        </p:txBody>
      </p:sp>
      <p:sp>
        <p:nvSpPr>
          <p:cNvPr id="196" name="Google Shape;196;g9504e29505_0_0">
            <a:extLst>
              <a:ext uri="{FF2B5EF4-FFF2-40B4-BE49-F238E27FC236}">
                <a16:creationId xmlns:a16="http://schemas.microsoft.com/office/drawing/2014/main" id="{C9577DB1-66EE-5B14-D8F9-A9ACCA006FBF}"/>
              </a:ext>
            </a:extLst>
          </p:cNvPr>
          <p:cNvSpPr txBox="1">
            <a:spLocks noGrp="1"/>
          </p:cNvSpPr>
          <p:nvPr>
            <p:ph type="body" idx="1"/>
          </p:nvPr>
        </p:nvSpPr>
        <p:spPr>
          <a:xfrm>
            <a:off x="685800" y="2194560"/>
            <a:ext cx="10820400" cy="4024200"/>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1000"/>
              </a:spcBef>
              <a:spcAft>
                <a:spcPts val="0"/>
              </a:spcAft>
              <a:buSzPts val="1800"/>
              <a:buNone/>
            </a:pPr>
            <a:r>
              <a:rPr lang="en-US" b="1" dirty="0"/>
              <a:t>Input</a:t>
            </a:r>
            <a:r>
              <a:rPr lang="en-US" dirty="0"/>
              <a:t>: 10</a:t>
            </a:r>
          </a:p>
          <a:p>
            <a:pPr marL="0" lvl="0" indent="0" algn="l" rtl="0">
              <a:lnSpc>
                <a:spcPct val="90000"/>
              </a:lnSpc>
              <a:spcBef>
                <a:spcPts val="1000"/>
              </a:spcBef>
              <a:spcAft>
                <a:spcPts val="0"/>
              </a:spcAft>
              <a:buSzPts val="1800"/>
              <a:buNone/>
            </a:pPr>
            <a:r>
              <a:rPr lang="en-US" b="1" dirty="0"/>
              <a:t>Expected result</a:t>
            </a:r>
            <a:r>
              <a:rPr lang="en-US" dirty="0"/>
              <a:t>: Input Rejected</a:t>
            </a:r>
          </a:p>
          <a:p>
            <a:pPr marL="0" lvl="0" indent="0" algn="l" rtl="0">
              <a:lnSpc>
                <a:spcPct val="90000"/>
              </a:lnSpc>
              <a:spcBef>
                <a:spcPts val="1000"/>
              </a:spcBef>
              <a:spcAft>
                <a:spcPts val="0"/>
              </a:spcAft>
              <a:buSzPts val="1800"/>
              <a:buNone/>
            </a:pPr>
            <a:endParaRPr lang="en-US" dirty="0"/>
          </a:p>
          <a:p>
            <a:pPr marL="0" lvl="0" indent="0" algn="l" rtl="0">
              <a:lnSpc>
                <a:spcPct val="90000"/>
              </a:lnSpc>
              <a:spcBef>
                <a:spcPts val="1000"/>
              </a:spcBef>
              <a:spcAft>
                <a:spcPts val="0"/>
              </a:spcAft>
              <a:buSzPts val="1800"/>
              <a:buNone/>
            </a:pPr>
            <a:r>
              <a:rPr lang="en-US" b="1" dirty="0"/>
              <a:t>Result</a:t>
            </a:r>
            <a:r>
              <a:rPr lang="en-US" dirty="0"/>
              <a:t>: Pass</a:t>
            </a:r>
          </a:p>
          <a:p>
            <a:pPr marL="0" lvl="0" indent="0" algn="l" rtl="0">
              <a:lnSpc>
                <a:spcPct val="90000"/>
              </a:lnSpc>
              <a:spcBef>
                <a:spcPts val="1000"/>
              </a:spcBef>
              <a:spcAft>
                <a:spcPts val="0"/>
              </a:spcAft>
              <a:buSzPts val="1800"/>
              <a:buNone/>
            </a:pPr>
            <a:r>
              <a:rPr lang="en-US" b="1" dirty="0"/>
              <a:t>Reason</a:t>
            </a:r>
            <a:r>
              <a:rPr lang="en-US" dirty="0"/>
              <a:t>: Input exceeds the allowed maximum of 5</a:t>
            </a:r>
          </a:p>
          <a:p>
            <a:pPr marL="0" lvl="0" indent="0" algn="l" rtl="0">
              <a:lnSpc>
                <a:spcPct val="90000"/>
              </a:lnSpc>
              <a:spcBef>
                <a:spcPts val="1000"/>
              </a:spcBef>
              <a:spcAft>
                <a:spcPts val="0"/>
              </a:spcAft>
              <a:buSzPts val="1800"/>
              <a:buNone/>
            </a:pPr>
            <a:endParaRPr lang="en-US" dirty="0"/>
          </a:p>
          <a:p>
            <a:pPr marL="0" lvl="0" indent="0" algn="l" rtl="0">
              <a:lnSpc>
                <a:spcPct val="90000"/>
              </a:lnSpc>
              <a:spcBef>
                <a:spcPts val="1000"/>
              </a:spcBef>
              <a:spcAft>
                <a:spcPts val="0"/>
              </a:spcAft>
              <a:buSzPts val="1800"/>
              <a:buNone/>
            </a:pPr>
            <a:r>
              <a:rPr lang="en-US" b="1" dirty="0"/>
              <a:t>Take It Further</a:t>
            </a:r>
          </a:p>
          <a:p>
            <a:pPr marL="0" lvl="0" indent="0" algn="l" rtl="0">
              <a:lnSpc>
                <a:spcPct val="90000"/>
              </a:lnSpc>
              <a:spcBef>
                <a:spcPts val="1000"/>
              </a:spcBef>
              <a:spcAft>
                <a:spcPts val="0"/>
              </a:spcAft>
              <a:buSzPts val="1800"/>
              <a:buNone/>
            </a:pPr>
            <a:r>
              <a:rPr lang="en-US" dirty="0"/>
              <a:t>Test very large values that could increase crash risk</a:t>
            </a:r>
            <a:endParaRPr dirty="0"/>
          </a:p>
        </p:txBody>
      </p:sp>
      <p:pic>
        <p:nvPicPr>
          <p:cNvPr id="197" name="Google Shape;197;g9504e29505_0_0" descr="Green Pace logo">
            <a:extLst>
              <a:ext uri="{FF2B5EF4-FFF2-40B4-BE49-F238E27FC236}">
                <a16:creationId xmlns:a16="http://schemas.microsoft.com/office/drawing/2014/main" id="{4E6E0B20-6E84-5B81-BE3E-90B2AEAA879E}"/>
              </a:ext>
            </a:extLst>
          </p:cNvPr>
          <p:cNvPicPr preferRelativeResize="0"/>
          <p:nvPr/>
        </p:nvPicPr>
        <p:blipFill>
          <a:blip r:embed="rId4">
            <a:alphaModFix/>
          </a:blip>
          <a:stretch>
            <a:fillRect/>
          </a:stretch>
        </p:blipFill>
        <p:spPr>
          <a:xfrm>
            <a:off x="11084074" y="5440526"/>
            <a:ext cx="886601" cy="1149225"/>
          </a:xfrm>
          <a:prstGeom prst="rect">
            <a:avLst/>
          </a:prstGeom>
          <a:noFill/>
          <a:ln>
            <a:noFill/>
          </a:ln>
        </p:spPr>
      </p:pic>
    </p:spTree>
    <p:custDataLst>
      <p:tags r:id="rId1"/>
    </p:custDataLst>
    <p:extLst>
      <p:ext uri="{BB962C8B-B14F-4D97-AF65-F5344CB8AC3E}">
        <p14:creationId xmlns:p14="http://schemas.microsoft.com/office/powerpoint/2010/main" val="264405008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94">
          <a:extLst>
            <a:ext uri="{FF2B5EF4-FFF2-40B4-BE49-F238E27FC236}">
              <a16:creationId xmlns:a16="http://schemas.microsoft.com/office/drawing/2014/main" id="{3B169AD2-B5C4-E5FF-AB45-C3C6E86D0963}"/>
            </a:ext>
          </a:extLst>
        </p:cNvPr>
        <p:cNvGrpSpPr/>
        <p:nvPr/>
      </p:nvGrpSpPr>
      <p:grpSpPr>
        <a:xfrm>
          <a:off x="0" y="0"/>
          <a:ext cx="0" cy="0"/>
          <a:chOff x="0" y="0"/>
          <a:chExt cx="0" cy="0"/>
        </a:xfrm>
      </p:grpSpPr>
      <p:sp>
        <p:nvSpPr>
          <p:cNvPr id="195" name="Google Shape;195;g9504e29505_0_0">
            <a:extLst>
              <a:ext uri="{FF2B5EF4-FFF2-40B4-BE49-F238E27FC236}">
                <a16:creationId xmlns:a16="http://schemas.microsoft.com/office/drawing/2014/main" id="{3614BB57-FDC6-CD75-C865-B052BCC67D40}"/>
              </a:ext>
            </a:extLst>
          </p:cNvPr>
          <p:cNvSpPr txBox="1">
            <a:spLocks noGrp="1"/>
          </p:cNvSpPr>
          <p:nvPr>
            <p:ph type="title"/>
          </p:nvPr>
        </p:nvSpPr>
        <p:spPr>
          <a:xfrm>
            <a:off x="2895600" y="764373"/>
            <a:ext cx="8610600" cy="1293000"/>
          </a:xfrm>
          <a:prstGeom prst="rect">
            <a:avLst/>
          </a:prstGeom>
          <a:noFill/>
          <a:ln>
            <a:noFill/>
          </a:ln>
        </p:spPr>
        <p:txBody>
          <a:bodyPr spcFirstLastPara="1" wrap="square" lIns="91425" tIns="45700" rIns="91425" bIns="45700" anchor="ctr" anchorCtr="0">
            <a:noAutofit/>
          </a:bodyPr>
          <a:lstStyle/>
          <a:p>
            <a:pPr lvl="0"/>
            <a:r>
              <a:rPr lang="en-US" dirty="0"/>
              <a:t>Does the program handle the boundary value of 0 correctly?</a:t>
            </a:r>
            <a:endParaRPr dirty="0"/>
          </a:p>
        </p:txBody>
      </p:sp>
      <p:sp>
        <p:nvSpPr>
          <p:cNvPr id="196" name="Google Shape;196;g9504e29505_0_0">
            <a:extLst>
              <a:ext uri="{FF2B5EF4-FFF2-40B4-BE49-F238E27FC236}">
                <a16:creationId xmlns:a16="http://schemas.microsoft.com/office/drawing/2014/main" id="{2BDD89C3-5627-360D-B5B5-1A58E822C1B0}"/>
              </a:ext>
            </a:extLst>
          </p:cNvPr>
          <p:cNvSpPr txBox="1">
            <a:spLocks noGrp="1"/>
          </p:cNvSpPr>
          <p:nvPr>
            <p:ph type="body" idx="1"/>
          </p:nvPr>
        </p:nvSpPr>
        <p:spPr>
          <a:xfrm>
            <a:off x="685800" y="2194560"/>
            <a:ext cx="10820400" cy="4024200"/>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1000"/>
              </a:spcBef>
              <a:spcAft>
                <a:spcPts val="0"/>
              </a:spcAft>
              <a:buSzPts val="1800"/>
              <a:buNone/>
            </a:pPr>
            <a:r>
              <a:rPr lang="en-US" b="1" dirty="0"/>
              <a:t>Input</a:t>
            </a:r>
            <a:r>
              <a:rPr lang="en-US" dirty="0"/>
              <a:t>: 0</a:t>
            </a:r>
          </a:p>
          <a:p>
            <a:pPr marL="0" lvl="0" indent="0" algn="l" rtl="0">
              <a:lnSpc>
                <a:spcPct val="90000"/>
              </a:lnSpc>
              <a:spcBef>
                <a:spcPts val="1000"/>
              </a:spcBef>
              <a:spcAft>
                <a:spcPts val="0"/>
              </a:spcAft>
              <a:buSzPts val="1800"/>
              <a:buNone/>
            </a:pPr>
            <a:r>
              <a:rPr lang="en-US" b="1" dirty="0"/>
              <a:t>Expected result</a:t>
            </a:r>
            <a:r>
              <a:rPr lang="en-US" dirty="0"/>
              <a:t>: Input accepted safely</a:t>
            </a:r>
          </a:p>
          <a:p>
            <a:pPr marL="0" lvl="0" indent="0" algn="l" rtl="0">
              <a:lnSpc>
                <a:spcPct val="90000"/>
              </a:lnSpc>
              <a:spcBef>
                <a:spcPts val="1000"/>
              </a:spcBef>
              <a:spcAft>
                <a:spcPts val="0"/>
              </a:spcAft>
              <a:buSzPts val="1800"/>
              <a:buNone/>
            </a:pPr>
            <a:endParaRPr lang="en-US" dirty="0"/>
          </a:p>
          <a:p>
            <a:pPr marL="0" lvl="0" indent="0" algn="l" rtl="0">
              <a:lnSpc>
                <a:spcPct val="90000"/>
              </a:lnSpc>
              <a:spcBef>
                <a:spcPts val="1000"/>
              </a:spcBef>
              <a:spcAft>
                <a:spcPts val="0"/>
              </a:spcAft>
              <a:buSzPts val="1800"/>
              <a:buNone/>
            </a:pPr>
            <a:r>
              <a:rPr lang="en-US" b="1" dirty="0"/>
              <a:t>Result</a:t>
            </a:r>
            <a:r>
              <a:rPr lang="en-US" dirty="0"/>
              <a:t>: Pass</a:t>
            </a:r>
          </a:p>
          <a:p>
            <a:pPr marL="0" lvl="0" indent="0" algn="l" rtl="0">
              <a:lnSpc>
                <a:spcPct val="90000"/>
              </a:lnSpc>
              <a:spcBef>
                <a:spcPts val="1000"/>
              </a:spcBef>
              <a:spcAft>
                <a:spcPts val="0"/>
              </a:spcAft>
              <a:buSzPts val="1800"/>
              <a:buNone/>
            </a:pPr>
            <a:r>
              <a:rPr lang="en-US" b="1" dirty="0"/>
              <a:t>Reason</a:t>
            </a:r>
            <a:r>
              <a:rPr lang="en-US" dirty="0"/>
              <a:t>: Boundary value is valid and should not cause an error</a:t>
            </a:r>
          </a:p>
          <a:p>
            <a:pPr marL="0" lvl="0" indent="0" algn="l" rtl="0">
              <a:lnSpc>
                <a:spcPct val="90000"/>
              </a:lnSpc>
              <a:spcBef>
                <a:spcPts val="1000"/>
              </a:spcBef>
              <a:spcAft>
                <a:spcPts val="0"/>
              </a:spcAft>
              <a:buSzPts val="1800"/>
              <a:buNone/>
            </a:pPr>
            <a:endParaRPr lang="en-US" dirty="0"/>
          </a:p>
          <a:p>
            <a:pPr marL="0" lvl="0" indent="0" algn="l" rtl="0">
              <a:lnSpc>
                <a:spcPct val="90000"/>
              </a:lnSpc>
              <a:spcBef>
                <a:spcPts val="1000"/>
              </a:spcBef>
              <a:spcAft>
                <a:spcPts val="0"/>
              </a:spcAft>
              <a:buSzPts val="1800"/>
              <a:buNone/>
            </a:pPr>
            <a:r>
              <a:rPr lang="en-US" b="1" dirty="0"/>
              <a:t>Take It Further</a:t>
            </a:r>
          </a:p>
          <a:p>
            <a:pPr marL="0" lvl="0" indent="0" algn="l" rtl="0">
              <a:lnSpc>
                <a:spcPct val="90000"/>
              </a:lnSpc>
              <a:spcBef>
                <a:spcPts val="1000"/>
              </a:spcBef>
              <a:spcAft>
                <a:spcPts val="0"/>
              </a:spcAft>
              <a:buSzPts val="1800"/>
              <a:buNone/>
            </a:pPr>
            <a:r>
              <a:rPr lang="en-US" dirty="0"/>
              <a:t>Add tests for all lower boundary conditions</a:t>
            </a:r>
            <a:endParaRPr dirty="0"/>
          </a:p>
        </p:txBody>
      </p:sp>
      <p:pic>
        <p:nvPicPr>
          <p:cNvPr id="197" name="Google Shape;197;g9504e29505_0_0" descr="Green Pace logo">
            <a:extLst>
              <a:ext uri="{FF2B5EF4-FFF2-40B4-BE49-F238E27FC236}">
                <a16:creationId xmlns:a16="http://schemas.microsoft.com/office/drawing/2014/main" id="{4EB4146F-9430-DE2A-F131-752DACE4FE15}"/>
              </a:ext>
            </a:extLst>
          </p:cNvPr>
          <p:cNvPicPr preferRelativeResize="0"/>
          <p:nvPr/>
        </p:nvPicPr>
        <p:blipFill>
          <a:blip r:embed="rId4">
            <a:alphaModFix/>
          </a:blip>
          <a:stretch>
            <a:fillRect/>
          </a:stretch>
        </p:blipFill>
        <p:spPr>
          <a:xfrm>
            <a:off x="11084074" y="5440526"/>
            <a:ext cx="886601" cy="1149225"/>
          </a:xfrm>
          <a:prstGeom prst="rect">
            <a:avLst/>
          </a:prstGeom>
          <a:noFill/>
          <a:ln>
            <a:noFill/>
          </a:ln>
        </p:spPr>
      </p:pic>
    </p:spTree>
    <p:custDataLst>
      <p:tags r:id="rId1"/>
    </p:custDataLst>
    <p:extLst>
      <p:ext uri="{BB962C8B-B14F-4D97-AF65-F5344CB8AC3E}">
        <p14:creationId xmlns:p14="http://schemas.microsoft.com/office/powerpoint/2010/main" val="375531674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01"/>
        <p:cNvGrpSpPr/>
        <p:nvPr/>
      </p:nvGrpSpPr>
      <p:grpSpPr>
        <a:xfrm>
          <a:off x="0" y="0"/>
          <a:ext cx="0" cy="0"/>
          <a:chOff x="0" y="0"/>
          <a:chExt cx="0" cy="0"/>
        </a:xfrm>
      </p:grpSpPr>
      <p:sp>
        <p:nvSpPr>
          <p:cNvPr id="202" name="Google Shape;202;p9"/>
          <p:cNvSpPr txBox="1">
            <a:spLocks noGrp="1"/>
          </p:cNvSpPr>
          <p:nvPr>
            <p:ph type="title"/>
          </p:nvPr>
        </p:nvSpPr>
        <p:spPr>
          <a:xfrm>
            <a:off x="3360075" y="0"/>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a:t>AUTOMATION SUMMARY</a:t>
            </a:r>
            <a:endParaRPr/>
          </a:p>
        </p:txBody>
      </p:sp>
      <p:pic>
        <p:nvPicPr>
          <p:cNvPr id="203" name="Google Shape;203;p9" descr="DevSec Ops Toolchain Diagram&#10;Graphical representation of the automation process used in the enforcement and compliance of the Security Policy Standards.&#10;The illustration shows a figure eight or infinity symbol to illustrate that the cycle of development is continuous. It starts with assessing and planning, to designing and building with DevSecOps in the center of the continuous loop to maintain system integrity and then make additional changes to make it more secure."/>
          <p:cNvPicPr preferRelativeResize="0">
            <a:picLocks noGrp="1"/>
          </p:cNvPicPr>
          <p:nvPr>
            <p:ph type="body" idx="1"/>
          </p:nvPr>
        </p:nvPicPr>
        <p:blipFill rotWithShape="1">
          <a:blip r:embed="rId4">
            <a:alphaModFix/>
          </a:blip>
          <a:srcRect/>
          <a:stretch/>
        </p:blipFill>
        <p:spPr>
          <a:xfrm>
            <a:off x="3945225" y="3947245"/>
            <a:ext cx="3945225" cy="2902992"/>
          </a:xfrm>
          <a:prstGeom prst="rect">
            <a:avLst/>
          </a:prstGeom>
          <a:noFill/>
          <a:ln>
            <a:noFill/>
          </a:ln>
        </p:spPr>
      </p:pic>
      <p:pic>
        <p:nvPicPr>
          <p:cNvPr id="204" name="Google Shape;204;p9" descr="Green Pace logo"/>
          <p:cNvPicPr preferRelativeResize="0"/>
          <p:nvPr/>
        </p:nvPicPr>
        <p:blipFill>
          <a:blip r:embed="rId5">
            <a:alphaModFix/>
          </a:blip>
          <a:stretch>
            <a:fillRect/>
          </a:stretch>
        </p:blipFill>
        <p:spPr>
          <a:xfrm>
            <a:off x="11084074" y="5440526"/>
            <a:ext cx="886601" cy="1149225"/>
          </a:xfrm>
          <a:prstGeom prst="rect">
            <a:avLst/>
          </a:prstGeom>
          <a:noFill/>
          <a:ln>
            <a:noFill/>
          </a:ln>
        </p:spPr>
      </p:pic>
      <p:sp>
        <p:nvSpPr>
          <p:cNvPr id="3" name="Google Shape;196;g9504e29505_0_0">
            <a:extLst>
              <a:ext uri="{FF2B5EF4-FFF2-40B4-BE49-F238E27FC236}">
                <a16:creationId xmlns:a16="http://schemas.microsoft.com/office/drawing/2014/main" id="{521B6D9B-3BCC-1EC7-6D3F-1311F70174A0}"/>
              </a:ext>
            </a:extLst>
          </p:cNvPr>
          <p:cNvSpPr txBox="1">
            <a:spLocks/>
          </p:cNvSpPr>
          <p:nvPr/>
        </p:nvSpPr>
        <p:spPr>
          <a:xfrm>
            <a:off x="0" y="918373"/>
            <a:ext cx="6096000" cy="2624927"/>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42900" algn="l" rtl="0">
              <a:lnSpc>
                <a:spcPct val="90000"/>
              </a:lnSpc>
              <a:spcBef>
                <a:spcPts val="1000"/>
              </a:spcBef>
              <a:spcAft>
                <a:spcPts val="0"/>
              </a:spcAft>
              <a:buClr>
                <a:schemeClr val="lt1"/>
              </a:buClr>
              <a:buSzPts val="1800"/>
              <a:buFont typeface="Arial"/>
              <a:buChar char="•"/>
              <a:defRPr sz="2200" b="0" i="0" u="none" strike="noStrike" cap="none">
                <a:solidFill>
                  <a:schemeClr val="lt1"/>
                </a:solidFill>
                <a:latin typeface="Century Gothic"/>
                <a:ea typeface="Century Gothic"/>
                <a:cs typeface="Century Gothic"/>
                <a:sym typeface="Century Gothic"/>
              </a:defRPr>
            </a:lvl1pPr>
            <a:lvl2pPr marL="914400" marR="0" lvl="1" indent="-342900" algn="l" rtl="0">
              <a:lnSpc>
                <a:spcPct val="90000"/>
              </a:lnSpc>
              <a:spcBef>
                <a:spcPts val="500"/>
              </a:spcBef>
              <a:spcAft>
                <a:spcPts val="0"/>
              </a:spcAft>
              <a:buClr>
                <a:schemeClr val="lt1"/>
              </a:buClr>
              <a:buSzPts val="1800"/>
              <a:buFont typeface="Arial"/>
              <a:buChar char="•"/>
              <a:defRPr sz="2000" b="0" i="0" u="none" strike="noStrike" cap="none">
                <a:solidFill>
                  <a:schemeClr val="lt1"/>
                </a:solidFill>
                <a:latin typeface="Century Gothic"/>
                <a:ea typeface="Century Gothic"/>
                <a:cs typeface="Century Gothic"/>
                <a:sym typeface="Century Gothic"/>
              </a:defRPr>
            </a:lvl2pPr>
            <a:lvl3pPr marL="1371600" marR="0" lvl="2" indent="-342900" algn="l" rtl="0">
              <a:lnSpc>
                <a:spcPct val="90000"/>
              </a:lnSpc>
              <a:spcBef>
                <a:spcPts val="500"/>
              </a:spcBef>
              <a:spcAft>
                <a:spcPts val="0"/>
              </a:spcAft>
              <a:buClr>
                <a:schemeClr val="lt1"/>
              </a:buClr>
              <a:buSzPts val="1800"/>
              <a:buFont typeface="Arial"/>
              <a:buChar char="•"/>
              <a:defRPr sz="1800" b="0" i="0" u="none" strike="noStrike" cap="none">
                <a:solidFill>
                  <a:schemeClr val="lt1"/>
                </a:solidFill>
                <a:latin typeface="Century Gothic"/>
                <a:ea typeface="Century Gothic"/>
                <a:cs typeface="Century Gothic"/>
                <a:sym typeface="Century Gothic"/>
              </a:defRPr>
            </a:lvl3pPr>
            <a:lvl4pPr marL="1828800" marR="0" lvl="3" indent="-342900" algn="l" rtl="0">
              <a:lnSpc>
                <a:spcPct val="90000"/>
              </a:lnSpc>
              <a:spcBef>
                <a:spcPts val="500"/>
              </a:spcBef>
              <a:spcAft>
                <a:spcPts val="0"/>
              </a:spcAft>
              <a:buClr>
                <a:schemeClr val="lt1"/>
              </a:buClr>
              <a:buSzPts val="1800"/>
              <a:buFont typeface="Arial"/>
              <a:buChar char="•"/>
              <a:defRPr sz="1600" b="0" i="0" u="none" strike="noStrike" cap="none">
                <a:solidFill>
                  <a:schemeClr val="lt1"/>
                </a:solidFill>
                <a:latin typeface="Century Gothic"/>
                <a:ea typeface="Century Gothic"/>
                <a:cs typeface="Century Gothic"/>
                <a:sym typeface="Century Gothic"/>
              </a:defRPr>
            </a:lvl4pPr>
            <a:lvl5pPr marL="2286000" marR="0" lvl="4" indent="-342900" algn="l" rtl="0">
              <a:lnSpc>
                <a:spcPct val="90000"/>
              </a:lnSpc>
              <a:spcBef>
                <a:spcPts val="500"/>
              </a:spcBef>
              <a:spcAft>
                <a:spcPts val="0"/>
              </a:spcAft>
              <a:buClr>
                <a:schemeClr val="lt1"/>
              </a:buClr>
              <a:buSzPts val="1800"/>
              <a:buFont typeface="Arial"/>
              <a:buChar char="•"/>
              <a:defRPr sz="1600" b="0" i="0" u="none" strike="noStrike" cap="none">
                <a:solidFill>
                  <a:schemeClr val="lt1"/>
                </a:solidFill>
                <a:latin typeface="Century Gothic"/>
                <a:ea typeface="Century Gothic"/>
                <a:cs typeface="Century Gothic"/>
                <a:sym typeface="Century Gothic"/>
              </a:defRPr>
            </a:lvl5pPr>
            <a:lvl6pPr marL="2743200" marR="0" lvl="5" indent="-342900" algn="l" rtl="0">
              <a:lnSpc>
                <a:spcPct val="90000"/>
              </a:lnSpc>
              <a:spcBef>
                <a:spcPts val="500"/>
              </a:spcBef>
              <a:spcAft>
                <a:spcPts val="0"/>
              </a:spcAft>
              <a:buClr>
                <a:schemeClr val="lt1"/>
              </a:buClr>
              <a:buSzPts val="1800"/>
              <a:buFont typeface="Arial"/>
              <a:buChar char="•"/>
              <a:defRPr sz="1600" b="0" i="0" u="none" strike="noStrike" cap="none">
                <a:solidFill>
                  <a:schemeClr val="lt1"/>
                </a:solidFill>
                <a:latin typeface="Century Gothic"/>
                <a:ea typeface="Century Gothic"/>
                <a:cs typeface="Century Gothic"/>
                <a:sym typeface="Century Gothic"/>
              </a:defRPr>
            </a:lvl6pPr>
            <a:lvl7pPr marL="3200400" marR="0" lvl="6" indent="-342900" algn="l" rtl="0">
              <a:lnSpc>
                <a:spcPct val="90000"/>
              </a:lnSpc>
              <a:spcBef>
                <a:spcPts val="500"/>
              </a:spcBef>
              <a:spcAft>
                <a:spcPts val="0"/>
              </a:spcAft>
              <a:buClr>
                <a:schemeClr val="lt1"/>
              </a:buClr>
              <a:buSzPts val="1800"/>
              <a:buFont typeface="Arial"/>
              <a:buChar char="•"/>
              <a:defRPr sz="1600" b="0" i="0" u="none" strike="noStrike" cap="none">
                <a:solidFill>
                  <a:schemeClr val="lt1"/>
                </a:solidFill>
                <a:latin typeface="Century Gothic"/>
                <a:ea typeface="Century Gothic"/>
                <a:cs typeface="Century Gothic"/>
                <a:sym typeface="Century Gothic"/>
              </a:defRPr>
            </a:lvl7pPr>
            <a:lvl8pPr marL="3657600" marR="0" lvl="7" indent="-342900" algn="l" rtl="0">
              <a:lnSpc>
                <a:spcPct val="90000"/>
              </a:lnSpc>
              <a:spcBef>
                <a:spcPts val="500"/>
              </a:spcBef>
              <a:spcAft>
                <a:spcPts val="0"/>
              </a:spcAft>
              <a:buClr>
                <a:schemeClr val="lt1"/>
              </a:buClr>
              <a:buSzPts val="1800"/>
              <a:buFont typeface="Arial"/>
              <a:buChar char="•"/>
              <a:defRPr sz="1600" b="0" i="0" u="none" strike="noStrike" cap="none">
                <a:solidFill>
                  <a:schemeClr val="lt1"/>
                </a:solidFill>
                <a:latin typeface="Century Gothic"/>
                <a:ea typeface="Century Gothic"/>
                <a:cs typeface="Century Gothic"/>
                <a:sym typeface="Century Gothic"/>
              </a:defRPr>
            </a:lvl8pPr>
            <a:lvl9pPr marL="4114800" marR="0" lvl="8" indent="-342900" algn="l" rtl="0">
              <a:lnSpc>
                <a:spcPct val="90000"/>
              </a:lnSpc>
              <a:spcBef>
                <a:spcPts val="500"/>
              </a:spcBef>
              <a:spcAft>
                <a:spcPts val="0"/>
              </a:spcAft>
              <a:buClr>
                <a:schemeClr val="lt1"/>
              </a:buClr>
              <a:buSzPts val="1800"/>
              <a:buFont typeface="Arial"/>
              <a:buChar char="•"/>
              <a:defRPr sz="1600" b="0" i="0" u="none" strike="noStrike" cap="none">
                <a:solidFill>
                  <a:schemeClr val="lt1"/>
                </a:solidFill>
                <a:latin typeface="Century Gothic"/>
                <a:ea typeface="Century Gothic"/>
                <a:cs typeface="Century Gothic"/>
                <a:sym typeface="Century Gothic"/>
              </a:defRPr>
            </a:lvl9pPr>
          </a:lstStyle>
          <a:p>
            <a:pPr marL="114300" indent="0">
              <a:buNone/>
            </a:pPr>
            <a:r>
              <a:rPr lang="en-US" b="1" dirty="0"/>
              <a:t>Pre-Production: Design, Build, Test</a:t>
            </a:r>
            <a:endParaRPr lang="en-US" dirty="0"/>
          </a:p>
          <a:p>
            <a:pPr marL="114300" indent="0">
              <a:buNone/>
            </a:pPr>
            <a:r>
              <a:rPr lang="en-US" dirty="0"/>
              <a:t>Static code analysis (compiler warnings, linters) </a:t>
            </a:r>
          </a:p>
          <a:p>
            <a:pPr marL="114300" indent="0">
              <a:buNone/>
            </a:pPr>
            <a:r>
              <a:rPr lang="en-US" dirty="0"/>
              <a:t>Dependency and vulnerability scanning </a:t>
            </a:r>
          </a:p>
          <a:p>
            <a:pPr marL="114300" indent="0">
              <a:buNone/>
            </a:pPr>
            <a:r>
              <a:rPr lang="en-US" dirty="0"/>
              <a:t>Secure build pipelines and code reviews</a:t>
            </a:r>
          </a:p>
        </p:txBody>
      </p:sp>
      <p:sp>
        <p:nvSpPr>
          <p:cNvPr id="4" name="Google Shape;196;g9504e29505_0_0">
            <a:extLst>
              <a:ext uri="{FF2B5EF4-FFF2-40B4-BE49-F238E27FC236}">
                <a16:creationId xmlns:a16="http://schemas.microsoft.com/office/drawing/2014/main" id="{C79FAF87-B7D8-D2D5-8600-5FF761034C2F}"/>
              </a:ext>
            </a:extLst>
          </p:cNvPr>
          <p:cNvSpPr txBox="1">
            <a:spLocks/>
          </p:cNvSpPr>
          <p:nvPr/>
        </p:nvSpPr>
        <p:spPr>
          <a:xfrm>
            <a:off x="6095999" y="918372"/>
            <a:ext cx="6096000" cy="2624927"/>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42900" algn="l" rtl="0">
              <a:lnSpc>
                <a:spcPct val="90000"/>
              </a:lnSpc>
              <a:spcBef>
                <a:spcPts val="1000"/>
              </a:spcBef>
              <a:spcAft>
                <a:spcPts val="0"/>
              </a:spcAft>
              <a:buClr>
                <a:schemeClr val="lt1"/>
              </a:buClr>
              <a:buSzPts val="1800"/>
              <a:buFont typeface="Arial"/>
              <a:buChar char="•"/>
              <a:defRPr sz="2200" b="0" i="0" u="none" strike="noStrike" cap="none">
                <a:solidFill>
                  <a:schemeClr val="lt1"/>
                </a:solidFill>
                <a:latin typeface="Century Gothic"/>
                <a:ea typeface="Century Gothic"/>
                <a:cs typeface="Century Gothic"/>
                <a:sym typeface="Century Gothic"/>
              </a:defRPr>
            </a:lvl1pPr>
            <a:lvl2pPr marL="914400" marR="0" lvl="1" indent="-342900" algn="l" rtl="0">
              <a:lnSpc>
                <a:spcPct val="90000"/>
              </a:lnSpc>
              <a:spcBef>
                <a:spcPts val="500"/>
              </a:spcBef>
              <a:spcAft>
                <a:spcPts val="0"/>
              </a:spcAft>
              <a:buClr>
                <a:schemeClr val="lt1"/>
              </a:buClr>
              <a:buSzPts val="1800"/>
              <a:buFont typeface="Arial"/>
              <a:buChar char="•"/>
              <a:defRPr sz="2000" b="0" i="0" u="none" strike="noStrike" cap="none">
                <a:solidFill>
                  <a:schemeClr val="lt1"/>
                </a:solidFill>
                <a:latin typeface="Century Gothic"/>
                <a:ea typeface="Century Gothic"/>
                <a:cs typeface="Century Gothic"/>
                <a:sym typeface="Century Gothic"/>
              </a:defRPr>
            </a:lvl2pPr>
            <a:lvl3pPr marL="1371600" marR="0" lvl="2" indent="-342900" algn="l" rtl="0">
              <a:lnSpc>
                <a:spcPct val="90000"/>
              </a:lnSpc>
              <a:spcBef>
                <a:spcPts val="500"/>
              </a:spcBef>
              <a:spcAft>
                <a:spcPts val="0"/>
              </a:spcAft>
              <a:buClr>
                <a:schemeClr val="lt1"/>
              </a:buClr>
              <a:buSzPts val="1800"/>
              <a:buFont typeface="Arial"/>
              <a:buChar char="•"/>
              <a:defRPr sz="1800" b="0" i="0" u="none" strike="noStrike" cap="none">
                <a:solidFill>
                  <a:schemeClr val="lt1"/>
                </a:solidFill>
                <a:latin typeface="Century Gothic"/>
                <a:ea typeface="Century Gothic"/>
                <a:cs typeface="Century Gothic"/>
                <a:sym typeface="Century Gothic"/>
              </a:defRPr>
            </a:lvl3pPr>
            <a:lvl4pPr marL="1828800" marR="0" lvl="3" indent="-342900" algn="l" rtl="0">
              <a:lnSpc>
                <a:spcPct val="90000"/>
              </a:lnSpc>
              <a:spcBef>
                <a:spcPts val="500"/>
              </a:spcBef>
              <a:spcAft>
                <a:spcPts val="0"/>
              </a:spcAft>
              <a:buClr>
                <a:schemeClr val="lt1"/>
              </a:buClr>
              <a:buSzPts val="1800"/>
              <a:buFont typeface="Arial"/>
              <a:buChar char="•"/>
              <a:defRPr sz="1600" b="0" i="0" u="none" strike="noStrike" cap="none">
                <a:solidFill>
                  <a:schemeClr val="lt1"/>
                </a:solidFill>
                <a:latin typeface="Century Gothic"/>
                <a:ea typeface="Century Gothic"/>
                <a:cs typeface="Century Gothic"/>
                <a:sym typeface="Century Gothic"/>
              </a:defRPr>
            </a:lvl4pPr>
            <a:lvl5pPr marL="2286000" marR="0" lvl="4" indent="-342900" algn="l" rtl="0">
              <a:lnSpc>
                <a:spcPct val="90000"/>
              </a:lnSpc>
              <a:spcBef>
                <a:spcPts val="500"/>
              </a:spcBef>
              <a:spcAft>
                <a:spcPts val="0"/>
              </a:spcAft>
              <a:buClr>
                <a:schemeClr val="lt1"/>
              </a:buClr>
              <a:buSzPts val="1800"/>
              <a:buFont typeface="Arial"/>
              <a:buChar char="•"/>
              <a:defRPr sz="1600" b="0" i="0" u="none" strike="noStrike" cap="none">
                <a:solidFill>
                  <a:schemeClr val="lt1"/>
                </a:solidFill>
                <a:latin typeface="Century Gothic"/>
                <a:ea typeface="Century Gothic"/>
                <a:cs typeface="Century Gothic"/>
                <a:sym typeface="Century Gothic"/>
              </a:defRPr>
            </a:lvl5pPr>
            <a:lvl6pPr marL="2743200" marR="0" lvl="5" indent="-342900" algn="l" rtl="0">
              <a:lnSpc>
                <a:spcPct val="90000"/>
              </a:lnSpc>
              <a:spcBef>
                <a:spcPts val="500"/>
              </a:spcBef>
              <a:spcAft>
                <a:spcPts val="0"/>
              </a:spcAft>
              <a:buClr>
                <a:schemeClr val="lt1"/>
              </a:buClr>
              <a:buSzPts val="1800"/>
              <a:buFont typeface="Arial"/>
              <a:buChar char="•"/>
              <a:defRPr sz="1600" b="0" i="0" u="none" strike="noStrike" cap="none">
                <a:solidFill>
                  <a:schemeClr val="lt1"/>
                </a:solidFill>
                <a:latin typeface="Century Gothic"/>
                <a:ea typeface="Century Gothic"/>
                <a:cs typeface="Century Gothic"/>
                <a:sym typeface="Century Gothic"/>
              </a:defRPr>
            </a:lvl6pPr>
            <a:lvl7pPr marL="3200400" marR="0" lvl="6" indent="-342900" algn="l" rtl="0">
              <a:lnSpc>
                <a:spcPct val="90000"/>
              </a:lnSpc>
              <a:spcBef>
                <a:spcPts val="500"/>
              </a:spcBef>
              <a:spcAft>
                <a:spcPts val="0"/>
              </a:spcAft>
              <a:buClr>
                <a:schemeClr val="lt1"/>
              </a:buClr>
              <a:buSzPts val="1800"/>
              <a:buFont typeface="Arial"/>
              <a:buChar char="•"/>
              <a:defRPr sz="1600" b="0" i="0" u="none" strike="noStrike" cap="none">
                <a:solidFill>
                  <a:schemeClr val="lt1"/>
                </a:solidFill>
                <a:latin typeface="Century Gothic"/>
                <a:ea typeface="Century Gothic"/>
                <a:cs typeface="Century Gothic"/>
                <a:sym typeface="Century Gothic"/>
              </a:defRPr>
            </a:lvl7pPr>
            <a:lvl8pPr marL="3657600" marR="0" lvl="7" indent="-342900" algn="l" rtl="0">
              <a:lnSpc>
                <a:spcPct val="90000"/>
              </a:lnSpc>
              <a:spcBef>
                <a:spcPts val="500"/>
              </a:spcBef>
              <a:spcAft>
                <a:spcPts val="0"/>
              </a:spcAft>
              <a:buClr>
                <a:schemeClr val="lt1"/>
              </a:buClr>
              <a:buSzPts val="1800"/>
              <a:buFont typeface="Arial"/>
              <a:buChar char="•"/>
              <a:defRPr sz="1600" b="0" i="0" u="none" strike="noStrike" cap="none">
                <a:solidFill>
                  <a:schemeClr val="lt1"/>
                </a:solidFill>
                <a:latin typeface="Century Gothic"/>
                <a:ea typeface="Century Gothic"/>
                <a:cs typeface="Century Gothic"/>
                <a:sym typeface="Century Gothic"/>
              </a:defRPr>
            </a:lvl8pPr>
            <a:lvl9pPr marL="4114800" marR="0" lvl="8" indent="-342900" algn="l" rtl="0">
              <a:lnSpc>
                <a:spcPct val="90000"/>
              </a:lnSpc>
              <a:spcBef>
                <a:spcPts val="500"/>
              </a:spcBef>
              <a:spcAft>
                <a:spcPts val="0"/>
              </a:spcAft>
              <a:buClr>
                <a:schemeClr val="lt1"/>
              </a:buClr>
              <a:buSzPts val="1800"/>
              <a:buFont typeface="Arial"/>
              <a:buChar char="•"/>
              <a:defRPr sz="1600" b="0" i="0" u="none" strike="noStrike" cap="none">
                <a:solidFill>
                  <a:schemeClr val="lt1"/>
                </a:solidFill>
                <a:latin typeface="Century Gothic"/>
                <a:ea typeface="Century Gothic"/>
                <a:cs typeface="Century Gothic"/>
                <a:sym typeface="Century Gothic"/>
              </a:defRPr>
            </a:lvl9pPr>
          </a:lstStyle>
          <a:p>
            <a:pPr marL="114300" indent="0">
              <a:buNone/>
            </a:pPr>
            <a:r>
              <a:rPr lang="en-US" b="1" dirty="0"/>
              <a:t>Testing and Verification</a:t>
            </a:r>
            <a:endParaRPr lang="en-US" dirty="0"/>
          </a:p>
          <a:p>
            <a:pPr marL="114300" indent="0">
              <a:buNone/>
            </a:pPr>
            <a:r>
              <a:rPr lang="en-US" dirty="0"/>
              <a:t>Automated unit testing and validation checks </a:t>
            </a:r>
          </a:p>
          <a:p>
            <a:pPr marL="114300" indent="0">
              <a:buNone/>
            </a:pPr>
            <a:r>
              <a:rPr lang="en-US" dirty="0"/>
              <a:t>Security testing (fuzzing, input validation tests) </a:t>
            </a:r>
          </a:p>
          <a:p>
            <a:pPr marL="114300" indent="0">
              <a:buNone/>
            </a:pPr>
            <a:r>
              <a:rPr lang="en-US" dirty="0"/>
              <a:t>Continuous integration (CI) security checks</a:t>
            </a:r>
          </a:p>
        </p:txBody>
      </p:sp>
      <p:sp>
        <p:nvSpPr>
          <p:cNvPr id="5" name="Google Shape;196;g9504e29505_0_0">
            <a:extLst>
              <a:ext uri="{FF2B5EF4-FFF2-40B4-BE49-F238E27FC236}">
                <a16:creationId xmlns:a16="http://schemas.microsoft.com/office/drawing/2014/main" id="{C2037A90-5D99-3CA4-56F8-6910653CF937}"/>
              </a:ext>
            </a:extLst>
          </p:cNvPr>
          <p:cNvSpPr txBox="1">
            <a:spLocks/>
          </p:cNvSpPr>
          <p:nvPr/>
        </p:nvSpPr>
        <p:spPr>
          <a:xfrm>
            <a:off x="0" y="3528981"/>
            <a:ext cx="3945225" cy="2902992"/>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42900" algn="l" rtl="0">
              <a:lnSpc>
                <a:spcPct val="90000"/>
              </a:lnSpc>
              <a:spcBef>
                <a:spcPts val="1000"/>
              </a:spcBef>
              <a:spcAft>
                <a:spcPts val="0"/>
              </a:spcAft>
              <a:buClr>
                <a:schemeClr val="lt1"/>
              </a:buClr>
              <a:buSzPts val="1800"/>
              <a:buFont typeface="Arial"/>
              <a:buChar char="•"/>
              <a:defRPr sz="2200" b="0" i="0" u="none" strike="noStrike" cap="none">
                <a:solidFill>
                  <a:schemeClr val="lt1"/>
                </a:solidFill>
                <a:latin typeface="Century Gothic"/>
                <a:ea typeface="Century Gothic"/>
                <a:cs typeface="Century Gothic"/>
                <a:sym typeface="Century Gothic"/>
              </a:defRPr>
            </a:lvl1pPr>
            <a:lvl2pPr marL="914400" marR="0" lvl="1" indent="-342900" algn="l" rtl="0">
              <a:lnSpc>
                <a:spcPct val="90000"/>
              </a:lnSpc>
              <a:spcBef>
                <a:spcPts val="500"/>
              </a:spcBef>
              <a:spcAft>
                <a:spcPts val="0"/>
              </a:spcAft>
              <a:buClr>
                <a:schemeClr val="lt1"/>
              </a:buClr>
              <a:buSzPts val="1800"/>
              <a:buFont typeface="Arial"/>
              <a:buChar char="•"/>
              <a:defRPr sz="2000" b="0" i="0" u="none" strike="noStrike" cap="none">
                <a:solidFill>
                  <a:schemeClr val="lt1"/>
                </a:solidFill>
                <a:latin typeface="Century Gothic"/>
                <a:ea typeface="Century Gothic"/>
                <a:cs typeface="Century Gothic"/>
                <a:sym typeface="Century Gothic"/>
              </a:defRPr>
            </a:lvl2pPr>
            <a:lvl3pPr marL="1371600" marR="0" lvl="2" indent="-342900" algn="l" rtl="0">
              <a:lnSpc>
                <a:spcPct val="90000"/>
              </a:lnSpc>
              <a:spcBef>
                <a:spcPts val="500"/>
              </a:spcBef>
              <a:spcAft>
                <a:spcPts val="0"/>
              </a:spcAft>
              <a:buClr>
                <a:schemeClr val="lt1"/>
              </a:buClr>
              <a:buSzPts val="1800"/>
              <a:buFont typeface="Arial"/>
              <a:buChar char="•"/>
              <a:defRPr sz="1800" b="0" i="0" u="none" strike="noStrike" cap="none">
                <a:solidFill>
                  <a:schemeClr val="lt1"/>
                </a:solidFill>
                <a:latin typeface="Century Gothic"/>
                <a:ea typeface="Century Gothic"/>
                <a:cs typeface="Century Gothic"/>
                <a:sym typeface="Century Gothic"/>
              </a:defRPr>
            </a:lvl3pPr>
            <a:lvl4pPr marL="1828800" marR="0" lvl="3" indent="-342900" algn="l" rtl="0">
              <a:lnSpc>
                <a:spcPct val="90000"/>
              </a:lnSpc>
              <a:spcBef>
                <a:spcPts val="500"/>
              </a:spcBef>
              <a:spcAft>
                <a:spcPts val="0"/>
              </a:spcAft>
              <a:buClr>
                <a:schemeClr val="lt1"/>
              </a:buClr>
              <a:buSzPts val="1800"/>
              <a:buFont typeface="Arial"/>
              <a:buChar char="•"/>
              <a:defRPr sz="1600" b="0" i="0" u="none" strike="noStrike" cap="none">
                <a:solidFill>
                  <a:schemeClr val="lt1"/>
                </a:solidFill>
                <a:latin typeface="Century Gothic"/>
                <a:ea typeface="Century Gothic"/>
                <a:cs typeface="Century Gothic"/>
                <a:sym typeface="Century Gothic"/>
              </a:defRPr>
            </a:lvl4pPr>
            <a:lvl5pPr marL="2286000" marR="0" lvl="4" indent="-342900" algn="l" rtl="0">
              <a:lnSpc>
                <a:spcPct val="90000"/>
              </a:lnSpc>
              <a:spcBef>
                <a:spcPts val="500"/>
              </a:spcBef>
              <a:spcAft>
                <a:spcPts val="0"/>
              </a:spcAft>
              <a:buClr>
                <a:schemeClr val="lt1"/>
              </a:buClr>
              <a:buSzPts val="1800"/>
              <a:buFont typeface="Arial"/>
              <a:buChar char="•"/>
              <a:defRPr sz="1600" b="0" i="0" u="none" strike="noStrike" cap="none">
                <a:solidFill>
                  <a:schemeClr val="lt1"/>
                </a:solidFill>
                <a:latin typeface="Century Gothic"/>
                <a:ea typeface="Century Gothic"/>
                <a:cs typeface="Century Gothic"/>
                <a:sym typeface="Century Gothic"/>
              </a:defRPr>
            </a:lvl5pPr>
            <a:lvl6pPr marL="2743200" marR="0" lvl="5" indent="-342900" algn="l" rtl="0">
              <a:lnSpc>
                <a:spcPct val="90000"/>
              </a:lnSpc>
              <a:spcBef>
                <a:spcPts val="500"/>
              </a:spcBef>
              <a:spcAft>
                <a:spcPts val="0"/>
              </a:spcAft>
              <a:buClr>
                <a:schemeClr val="lt1"/>
              </a:buClr>
              <a:buSzPts val="1800"/>
              <a:buFont typeface="Arial"/>
              <a:buChar char="•"/>
              <a:defRPr sz="1600" b="0" i="0" u="none" strike="noStrike" cap="none">
                <a:solidFill>
                  <a:schemeClr val="lt1"/>
                </a:solidFill>
                <a:latin typeface="Century Gothic"/>
                <a:ea typeface="Century Gothic"/>
                <a:cs typeface="Century Gothic"/>
                <a:sym typeface="Century Gothic"/>
              </a:defRPr>
            </a:lvl6pPr>
            <a:lvl7pPr marL="3200400" marR="0" lvl="6" indent="-342900" algn="l" rtl="0">
              <a:lnSpc>
                <a:spcPct val="90000"/>
              </a:lnSpc>
              <a:spcBef>
                <a:spcPts val="500"/>
              </a:spcBef>
              <a:spcAft>
                <a:spcPts val="0"/>
              </a:spcAft>
              <a:buClr>
                <a:schemeClr val="lt1"/>
              </a:buClr>
              <a:buSzPts val="1800"/>
              <a:buFont typeface="Arial"/>
              <a:buChar char="•"/>
              <a:defRPr sz="1600" b="0" i="0" u="none" strike="noStrike" cap="none">
                <a:solidFill>
                  <a:schemeClr val="lt1"/>
                </a:solidFill>
                <a:latin typeface="Century Gothic"/>
                <a:ea typeface="Century Gothic"/>
                <a:cs typeface="Century Gothic"/>
                <a:sym typeface="Century Gothic"/>
              </a:defRPr>
            </a:lvl7pPr>
            <a:lvl8pPr marL="3657600" marR="0" lvl="7" indent="-342900" algn="l" rtl="0">
              <a:lnSpc>
                <a:spcPct val="90000"/>
              </a:lnSpc>
              <a:spcBef>
                <a:spcPts val="500"/>
              </a:spcBef>
              <a:spcAft>
                <a:spcPts val="0"/>
              </a:spcAft>
              <a:buClr>
                <a:schemeClr val="lt1"/>
              </a:buClr>
              <a:buSzPts val="1800"/>
              <a:buFont typeface="Arial"/>
              <a:buChar char="•"/>
              <a:defRPr sz="1600" b="0" i="0" u="none" strike="noStrike" cap="none">
                <a:solidFill>
                  <a:schemeClr val="lt1"/>
                </a:solidFill>
                <a:latin typeface="Century Gothic"/>
                <a:ea typeface="Century Gothic"/>
                <a:cs typeface="Century Gothic"/>
                <a:sym typeface="Century Gothic"/>
              </a:defRPr>
            </a:lvl8pPr>
            <a:lvl9pPr marL="4114800" marR="0" lvl="8" indent="-342900" algn="l" rtl="0">
              <a:lnSpc>
                <a:spcPct val="90000"/>
              </a:lnSpc>
              <a:spcBef>
                <a:spcPts val="500"/>
              </a:spcBef>
              <a:spcAft>
                <a:spcPts val="0"/>
              </a:spcAft>
              <a:buClr>
                <a:schemeClr val="lt1"/>
              </a:buClr>
              <a:buSzPts val="1800"/>
              <a:buFont typeface="Arial"/>
              <a:buChar char="•"/>
              <a:defRPr sz="1600" b="0" i="0" u="none" strike="noStrike" cap="none">
                <a:solidFill>
                  <a:schemeClr val="lt1"/>
                </a:solidFill>
                <a:latin typeface="Century Gothic"/>
                <a:ea typeface="Century Gothic"/>
                <a:cs typeface="Century Gothic"/>
                <a:sym typeface="Century Gothic"/>
              </a:defRPr>
            </a:lvl9pPr>
          </a:lstStyle>
          <a:p>
            <a:pPr marL="114300" indent="0">
              <a:buNone/>
            </a:pPr>
            <a:r>
              <a:rPr lang="en-US" b="1" dirty="0"/>
              <a:t>Production: Monitor and Detect</a:t>
            </a:r>
            <a:endParaRPr lang="en-US" dirty="0"/>
          </a:p>
          <a:p>
            <a:pPr marL="114300" indent="0">
              <a:buNone/>
            </a:pPr>
            <a:r>
              <a:rPr lang="en-US" dirty="0"/>
              <a:t>Log collection and monitoring (SIEM tools) </a:t>
            </a:r>
          </a:p>
          <a:p>
            <a:pPr marL="114300" indent="0">
              <a:buNone/>
            </a:pPr>
            <a:r>
              <a:rPr lang="en-US" dirty="0"/>
              <a:t>Intrusion detection and alerting </a:t>
            </a:r>
          </a:p>
          <a:p>
            <a:pPr marL="114300" indent="0">
              <a:buNone/>
            </a:pPr>
            <a:r>
              <a:rPr lang="en-US" dirty="0"/>
              <a:t>Real-time threat detection</a:t>
            </a:r>
          </a:p>
        </p:txBody>
      </p:sp>
      <p:sp>
        <p:nvSpPr>
          <p:cNvPr id="6" name="Google Shape;196;g9504e29505_0_0">
            <a:extLst>
              <a:ext uri="{FF2B5EF4-FFF2-40B4-BE49-F238E27FC236}">
                <a16:creationId xmlns:a16="http://schemas.microsoft.com/office/drawing/2014/main" id="{C28236DA-B818-F89B-1BCC-CFBB52AF6B7A}"/>
              </a:ext>
            </a:extLst>
          </p:cNvPr>
          <p:cNvSpPr txBox="1">
            <a:spLocks/>
          </p:cNvSpPr>
          <p:nvPr/>
        </p:nvSpPr>
        <p:spPr>
          <a:xfrm>
            <a:off x="7890449" y="3686759"/>
            <a:ext cx="4301550" cy="2902992"/>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42900" algn="l" rtl="0">
              <a:lnSpc>
                <a:spcPct val="90000"/>
              </a:lnSpc>
              <a:spcBef>
                <a:spcPts val="1000"/>
              </a:spcBef>
              <a:spcAft>
                <a:spcPts val="0"/>
              </a:spcAft>
              <a:buClr>
                <a:schemeClr val="lt1"/>
              </a:buClr>
              <a:buSzPts val="1800"/>
              <a:buFont typeface="Arial"/>
              <a:buChar char="•"/>
              <a:defRPr sz="2200" b="0" i="0" u="none" strike="noStrike" cap="none">
                <a:solidFill>
                  <a:schemeClr val="lt1"/>
                </a:solidFill>
                <a:latin typeface="Century Gothic"/>
                <a:ea typeface="Century Gothic"/>
                <a:cs typeface="Century Gothic"/>
                <a:sym typeface="Century Gothic"/>
              </a:defRPr>
            </a:lvl1pPr>
            <a:lvl2pPr marL="914400" marR="0" lvl="1" indent="-342900" algn="l" rtl="0">
              <a:lnSpc>
                <a:spcPct val="90000"/>
              </a:lnSpc>
              <a:spcBef>
                <a:spcPts val="500"/>
              </a:spcBef>
              <a:spcAft>
                <a:spcPts val="0"/>
              </a:spcAft>
              <a:buClr>
                <a:schemeClr val="lt1"/>
              </a:buClr>
              <a:buSzPts val="1800"/>
              <a:buFont typeface="Arial"/>
              <a:buChar char="•"/>
              <a:defRPr sz="2000" b="0" i="0" u="none" strike="noStrike" cap="none">
                <a:solidFill>
                  <a:schemeClr val="lt1"/>
                </a:solidFill>
                <a:latin typeface="Century Gothic"/>
                <a:ea typeface="Century Gothic"/>
                <a:cs typeface="Century Gothic"/>
                <a:sym typeface="Century Gothic"/>
              </a:defRPr>
            </a:lvl2pPr>
            <a:lvl3pPr marL="1371600" marR="0" lvl="2" indent="-342900" algn="l" rtl="0">
              <a:lnSpc>
                <a:spcPct val="90000"/>
              </a:lnSpc>
              <a:spcBef>
                <a:spcPts val="500"/>
              </a:spcBef>
              <a:spcAft>
                <a:spcPts val="0"/>
              </a:spcAft>
              <a:buClr>
                <a:schemeClr val="lt1"/>
              </a:buClr>
              <a:buSzPts val="1800"/>
              <a:buFont typeface="Arial"/>
              <a:buChar char="•"/>
              <a:defRPr sz="1800" b="0" i="0" u="none" strike="noStrike" cap="none">
                <a:solidFill>
                  <a:schemeClr val="lt1"/>
                </a:solidFill>
                <a:latin typeface="Century Gothic"/>
                <a:ea typeface="Century Gothic"/>
                <a:cs typeface="Century Gothic"/>
                <a:sym typeface="Century Gothic"/>
              </a:defRPr>
            </a:lvl3pPr>
            <a:lvl4pPr marL="1828800" marR="0" lvl="3" indent="-342900" algn="l" rtl="0">
              <a:lnSpc>
                <a:spcPct val="90000"/>
              </a:lnSpc>
              <a:spcBef>
                <a:spcPts val="500"/>
              </a:spcBef>
              <a:spcAft>
                <a:spcPts val="0"/>
              </a:spcAft>
              <a:buClr>
                <a:schemeClr val="lt1"/>
              </a:buClr>
              <a:buSzPts val="1800"/>
              <a:buFont typeface="Arial"/>
              <a:buChar char="•"/>
              <a:defRPr sz="1600" b="0" i="0" u="none" strike="noStrike" cap="none">
                <a:solidFill>
                  <a:schemeClr val="lt1"/>
                </a:solidFill>
                <a:latin typeface="Century Gothic"/>
                <a:ea typeface="Century Gothic"/>
                <a:cs typeface="Century Gothic"/>
                <a:sym typeface="Century Gothic"/>
              </a:defRPr>
            </a:lvl4pPr>
            <a:lvl5pPr marL="2286000" marR="0" lvl="4" indent="-342900" algn="l" rtl="0">
              <a:lnSpc>
                <a:spcPct val="90000"/>
              </a:lnSpc>
              <a:spcBef>
                <a:spcPts val="500"/>
              </a:spcBef>
              <a:spcAft>
                <a:spcPts val="0"/>
              </a:spcAft>
              <a:buClr>
                <a:schemeClr val="lt1"/>
              </a:buClr>
              <a:buSzPts val="1800"/>
              <a:buFont typeface="Arial"/>
              <a:buChar char="•"/>
              <a:defRPr sz="1600" b="0" i="0" u="none" strike="noStrike" cap="none">
                <a:solidFill>
                  <a:schemeClr val="lt1"/>
                </a:solidFill>
                <a:latin typeface="Century Gothic"/>
                <a:ea typeface="Century Gothic"/>
                <a:cs typeface="Century Gothic"/>
                <a:sym typeface="Century Gothic"/>
              </a:defRPr>
            </a:lvl5pPr>
            <a:lvl6pPr marL="2743200" marR="0" lvl="5" indent="-342900" algn="l" rtl="0">
              <a:lnSpc>
                <a:spcPct val="90000"/>
              </a:lnSpc>
              <a:spcBef>
                <a:spcPts val="500"/>
              </a:spcBef>
              <a:spcAft>
                <a:spcPts val="0"/>
              </a:spcAft>
              <a:buClr>
                <a:schemeClr val="lt1"/>
              </a:buClr>
              <a:buSzPts val="1800"/>
              <a:buFont typeface="Arial"/>
              <a:buChar char="•"/>
              <a:defRPr sz="1600" b="0" i="0" u="none" strike="noStrike" cap="none">
                <a:solidFill>
                  <a:schemeClr val="lt1"/>
                </a:solidFill>
                <a:latin typeface="Century Gothic"/>
                <a:ea typeface="Century Gothic"/>
                <a:cs typeface="Century Gothic"/>
                <a:sym typeface="Century Gothic"/>
              </a:defRPr>
            </a:lvl6pPr>
            <a:lvl7pPr marL="3200400" marR="0" lvl="6" indent="-342900" algn="l" rtl="0">
              <a:lnSpc>
                <a:spcPct val="90000"/>
              </a:lnSpc>
              <a:spcBef>
                <a:spcPts val="500"/>
              </a:spcBef>
              <a:spcAft>
                <a:spcPts val="0"/>
              </a:spcAft>
              <a:buClr>
                <a:schemeClr val="lt1"/>
              </a:buClr>
              <a:buSzPts val="1800"/>
              <a:buFont typeface="Arial"/>
              <a:buChar char="•"/>
              <a:defRPr sz="1600" b="0" i="0" u="none" strike="noStrike" cap="none">
                <a:solidFill>
                  <a:schemeClr val="lt1"/>
                </a:solidFill>
                <a:latin typeface="Century Gothic"/>
                <a:ea typeface="Century Gothic"/>
                <a:cs typeface="Century Gothic"/>
                <a:sym typeface="Century Gothic"/>
              </a:defRPr>
            </a:lvl7pPr>
            <a:lvl8pPr marL="3657600" marR="0" lvl="7" indent="-342900" algn="l" rtl="0">
              <a:lnSpc>
                <a:spcPct val="90000"/>
              </a:lnSpc>
              <a:spcBef>
                <a:spcPts val="500"/>
              </a:spcBef>
              <a:spcAft>
                <a:spcPts val="0"/>
              </a:spcAft>
              <a:buClr>
                <a:schemeClr val="lt1"/>
              </a:buClr>
              <a:buSzPts val="1800"/>
              <a:buFont typeface="Arial"/>
              <a:buChar char="•"/>
              <a:defRPr sz="1600" b="0" i="0" u="none" strike="noStrike" cap="none">
                <a:solidFill>
                  <a:schemeClr val="lt1"/>
                </a:solidFill>
                <a:latin typeface="Century Gothic"/>
                <a:ea typeface="Century Gothic"/>
                <a:cs typeface="Century Gothic"/>
                <a:sym typeface="Century Gothic"/>
              </a:defRPr>
            </a:lvl8pPr>
            <a:lvl9pPr marL="4114800" marR="0" lvl="8" indent="-342900" algn="l" rtl="0">
              <a:lnSpc>
                <a:spcPct val="90000"/>
              </a:lnSpc>
              <a:spcBef>
                <a:spcPts val="500"/>
              </a:spcBef>
              <a:spcAft>
                <a:spcPts val="0"/>
              </a:spcAft>
              <a:buClr>
                <a:schemeClr val="lt1"/>
              </a:buClr>
              <a:buSzPts val="1800"/>
              <a:buFont typeface="Arial"/>
              <a:buChar char="•"/>
              <a:defRPr sz="1600" b="0" i="0" u="none" strike="noStrike" cap="none">
                <a:solidFill>
                  <a:schemeClr val="lt1"/>
                </a:solidFill>
                <a:latin typeface="Century Gothic"/>
                <a:ea typeface="Century Gothic"/>
                <a:cs typeface="Century Gothic"/>
                <a:sym typeface="Century Gothic"/>
              </a:defRPr>
            </a:lvl9pPr>
          </a:lstStyle>
          <a:p>
            <a:pPr marL="114300" indent="0">
              <a:buNone/>
            </a:pPr>
            <a:r>
              <a:rPr lang="en-US" b="1" dirty="0"/>
              <a:t>Response and Maintenance</a:t>
            </a:r>
            <a:endParaRPr lang="en-US" dirty="0"/>
          </a:p>
          <a:p>
            <a:pPr marL="114300" indent="0">
              <a:buNone/>
            </a:pPr>
            <a:r>
              <a:rPr lang="en-US" dirty="0"/>
              <a:t>Automated patching and updates </a:t>
            </a:r>
          </a:p>
          <a:p>
            <a:pPr marL="114300" indent="0">
              <a:buNone/>
            </a:pPr>
            <a:r>
              <a:rPr lang="en-US" dirty="0"/>
              <a:t>Incident response and rollback procedures </a:t>
            </a:r>
          </a:p>
          <a:p>
            <a:pPr marL="114300" indent="0">
              <a:buNone/>
            </a:pPr>
            <a:r>
              <a:rPr lang="en-US" dirty="0"/>
              <a:t>Continuous monitoring and system hardening</a:t>
            </a:r>
          </a:p>
        </p:txBody>
      </p:sp>
      <p:sp>
        <p:nvSpPr>
          <p:cNvPr id="7" name="Google Shape;152;p3">
            <a:extLst>
              <a:ext uri="{FF2B5EF4-FFF2-40B4-BE49-F238E27FC236}">
                <a16:creationId xmlns:a16="http://schemas.microsoft.com/office/drawing/2014/main" id="{0EFE96D7-1006-4680-C8FA-BDD9F177CC44}"/>
              </a:ext>
            </a:extLst>
          </p:cNvPr>
          <p:cNvSpPr txBox="1">
            <a:spLocks/>
          </p:cNvSpPr>
          <p:nvPr/>
        </p:nvSpPr>
        <p:spPr>
          <a:xfrm>
            <a:off x="8891731" y="6431973"/>
            <a:ext cx="3923723" cy="604225"/>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42900" algn="l" rtl="0">
              <a:lnSpc>
                <a:spcPct val="90000"/>
              </a:lnSpc>
              <a:spcBef>
                <a:spcPts val="1000"/>
              </a:spcBef>
              <a:spcAft>
                <a:spcPts val="0"/>
              </a:spcAft>
              <a:buClr>
                <a:schemeClr val="lt1"/>
              </a:buClr>
              <a:buSzPts val="1800"/>
              <a:buFont typeface="Arial"/>
              <a:buChar char="•"/>
              <a:defRPr sz="2200" b="0" i="0" u="none" strike="noStrike" cap="none">
                <a:solidFill>
                  <a:schemeClr val="lt1"/>
                </a:solidFill>
                <a:latin typeface="Century Gothic"/>
                <a:ea typeface="Century Gothic"/>
                <a:cs typeface="Century Gothic"/>
                <a:sym typeface="Century Gothic"/>
              </a:defRPr>
            </a:lvl1pPr>
            <a:lvl2pPr marL="914400" marR="0" lvl="1" indent="-342900" algn="l" rtl="0">
              <a:lnSpc>
                <a:spcPct val="90000"/>
              </a:lnSpc>
              <a:spcBef>
                <a:spcPts val="500"/>
              </a:spcBef>
              <a:spcAft>
                <a:spcPts val="0"/>
              </a:spcAft>
              <a:buClr>
                <a:schemeClr val="lt1"/>
              </a:buClr>
              <a:buSzPts val="1800"/>
              <a:buFont typeface="Arial"/>
              <a:buChar char="•"/>
              <a:defRPr sz="2000" b="0" i="0" u="none" strike="noStrike" cap="none">
                <a:solidFill>
                  <a:schemeClr val="lt1"/>
                </a:solidFill>
                <a:latin typeface="Century Gothic"/>
                <a:ea typeface="Century Gothic"/>
                <a:cs typeface="Century Gothic"/>
                <a:sym typeface="Century Gothic"/>
              </a:defRPr>
            </a:lvl2pPr>
            <a:lvl3pPr marL="1371600" marR="0" lvl="2" indent="-342900" algn="l" rtl="0">
              <a:lnSpc>
                <a:spcPct val="90000"/>
              </a:lnSpc>
              <a:spcBef>
                <a:spcPts val="500"/>
              </a:spcBef>
              <a:spcAft>
                <a:spcPts val="0"/>
              </a:spcAft>
              <a:buClr>
                <a:schemeClr val="lt1"/>
              </a:buClr>
              <a:buSzPts val="1800"/>
              <a:buFont typeface="Arial"/>
              <a:buChar char="•"/>
              <a:defRPr sz="1800" b="0" i="0" u="none" strike="noStrike" cap="none">
                <a:solidFill>
                  <a:schemeClr val="lt1"/>
                </a:solidFill>
                <a:latin typeface="Century Gothic"/>
                <a:ea typeface="Century Gothic"/>
                <a:cs typeface="Century Gothic"/>
                <a:sym typeface="Century Gothic"/>
              </a:defRPr>
            </a:lvl3pPr>
            <a:lvl4pPr marL="1828800" marR="0" lvl="3" indent="-342900" algn="l" rtl="0">
              <a:lnSpc>
                <a:spcPct val="90000"/>
              </a:lnSpc>
              <a:spcBef>
                <a:spcPts val="500"/>
              </a:spcBef>
              <a:spcAft>
                <a:spcPts val="0"/>
              </a:spcAft>
              <a:buClr>
                <a:schemeClr val="lt1"/>
              </a:buClr>
              <a:buSzPts val="1800"/>
              <a:buFont typeface="Arial"/>
              <a:buChar char="•"/>
              <a:defRPr sz="1600" b="0" i="0" u="none" strike="noStrike" cap="none">
                <a:solidFill>
                  <a:schemeClr val="lt1"/>
                </a:solidFill>
                <a:latin typeface="Century Gothic"/>
                <a:ea typeface="Century Gothic"/>
                <a:cs typeface="Century Gothic"/>
                <a:sym typeface="Century Gothic"/>
              </a:defRPr>
            </a:lvl4pPr>
            <a:lvl5pPr marL="2286000" marR="0" lvl="4" indent="-342900" algn="l" rtl="0">
              <a:lnSpc>
                <a:spcPct val="90000"/>
              </a:lnSpc>
              <a:spcBef>
                <a:spcPts val="500"/>
              </a:spcBef>
              <a:spcAft>
                <a:spcPts val="0"/>
              </a:spcAft>
              <a:buClr>
                <a:schemeClr val="lt1"/>
              </a:buClr>
              <a:buSzPts val="1800"/>
              <a:buFont typeface="Arial"/>
              <a:buChar char="•"/>
              <a:defRPr sz="1600" b="0" i="0" u="none" strike="noStrike" cap="none">
                <a:solidFill>
                  <a:schemeClr val="lt1"/>
                </a:solidFill>
                <a:latin typeface="Century Gothic"/>
                <a:ea typeface="Century Gothic"/>
                <a:cs typeface="Century Gothic"/>
                <a:sym typeface="Century Gothic"/>
              </a:defRPr>
            </a:lvl5pPr>
            <a:lvl6pPr marL="2743200" marR="0" lvl="5" indent="-342900" algn="l" rtl="0">
              <a:lnSpc>
                <a:spcPct val="90000"/>
              </a:lnSpc>
              <a:spcBef>
                <a:spcPts val="500"/>
              </a:spcBef>
              <a:spcAft>
                <a:spcPts val="0"/>
              </a:spcAft>
              <a:buClr>
                <a:schemeClr val="lt1"/>
              </a:buClr>
              <a:buSzPts val="1800"/>
              <a:buFont typeface="Arial"/>
              <a:buChar char="•"/>
              <a:defRPr sz="1600" b="0" i="0" u="none" strike="noStrike" cap="none">
                <a:solidFill>
                  <a:schemeClr val="lt1"/>
                </a:solidFill>
                <a:latin typeface="Century Gothic"/>
                <a:ea typeface="Century Gothic"/>
                <a:cs typeface="Century Gothic"/>
                <a:sym typeface="Century Gothic"/>
              </a:defRPr>
            </a:lvl6pPr>
            <a:lvl7pPr marL="3200400" marR="0" lvl="6" indent="-342900" algn="l" rtl="0">
              <a:lnSpc>
                <a:spcPct val="90000"/>
              </a:lnSpc>
              <a:spcBef>
                <a:spcPts val="500"/>
              </a:spcBef>
              <a:spcAft>
                <a:spcPts val="0"/>
              </a:spcAft>
              <a:buClr>
                <a:schemeClr val="lt1"/>
              </a:buClr>
              <a:buSzPts val="1800"/>
              <a:buFont typeface="Arial"/>
              <a:buChar char="•"/>
              <a:defRPr sz="1600" b="0" i="0" u="none" strike="noStrike" cap="none">
                <a:solidFill>
                  <a:schemeClr val="lt1"/>
                </a:solidFill>
                <a:latin typeface="Century Gothic"/>
                <a:ea typeface="Century Gothic"/>
                <a:cs typeface="Century Gothic"/>
                <a:sym typeface="Century Gothic"/>
              </a:defRPr>
            </a:lvl7pPr>
            <a:lvl8pPr marL="3657600" marR="0" lvl="7" indent="-342900" algn="l" rtl="0">
              <a:lnSpc>
                <a:spcPct val="90000"/>
              </a:lnSpc>
              <a:spcBef>
                <a:spcPts val="500"/>
              </a:spcBef>
              <a:spcAft>
                <a:spcPts val="0"/>
              </a:spcAft>
              <a:buClr>
                <a:schemeClr val="lt1"/>
              </a:buClr>
              <a:buSzPts val="1800"/>
              <a:buFont typeface="Arial"/>
              <a:buChar char="•"/>
              <a:defRPr sz="1600" b="0" i="0" u="none" strike="noStrike" cap="none">
                <a:solidFill>
                  <a:schemeClr val="lt1"/>
                </a:solidFill>
                <a:latin typeface="Century Gothic"/>
                <a:ea typeface="Century Gothic"/>
                <a:cs typeface="Century Gothic"/>
                <a:sym typeface="Century Gothic"/>
              </a:defRPr>
            </a:lvl8pPr>
            <a:lvl9pPr marL="4114800" marR="0" lvl="8" indent="-342900" algn="l" rtl="0">
              <a:lnSpc>
                <a:spcPct val="90000"/>
              </a:lnSpc>
              <a:spcBef>
                <a:spcPts val="500"/>
              </a:spcBef>
              <a:spcAft>
                <a:spcPts val="0"/>
              </a:spcAft>
              <a:buClr>
                <a:schemeClr val="lt1"/>
              </a:buClr>
              <a:buSzPts val="1800"/>
              <a:buFont typeface="Arial"/>
              <a:buChar char="•"/>
              <a:defRPr sz="1600" b="0" i="0" u="none" strike="noStrike" cap="none">
                <a:solidFill>
                  <a:schemeClr val="lt1"/>
                </a:solidFill>
                <a:latin typeface="Century Gothic"/>
                <a:ea typeface="Century Gothic"/>
                <a:cs typeface="Century Gothic"/>
                <a:sym typeface="Century Gothic"/>
              </a:defRPr>
            </a:lvl9pPr>
          </a:lstStyle>
          <a:p>
            <a:pPr marL="0" indent="0">
              <a:buSzPts val="2200"/>
              <a:buNone/>
            </a:pPr>
            <a:r>
              <a:rPr lang="en-US" sz="1600" dirty="0"/>
              <a:t>Sources: EPIC, </a:t>
            </a:r>
            <a:r>
              <a:rPr lang="en-US" sz="1600" dirty="0" err="1"/>
              <a:t>Breachsense</a:t>
            </a:r>
            <a:endParaRPr lang="en-US" sz="1600" dirty="0"/>
          </a:p>
        </p:txBody>
      </p:sp>
    </p:spTree>
    <p:custDataLst>
      <p:tags r:id="rId1"/>
    </p:custData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08"/>
        <p:cNvGrpSpPr/>
        <p:nvPr/>
      </p:nvGrpSpPr>
      <p:grpSpPr>
        <a:xfrm>
          <a:off x="0" y="0"/>
          <a:ext cx="0" cy="0"/>
          <a:chOff x="0" y="0"/>
          <a:chExt cx="0" cy="0"/>
        </a:xfrm>
      </p:grpSpPr>
      <p:sp>
        <p:nvSpPr>
          <p:cNvPr id="209" name="Google Shape;209;p10"/>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a:t>TOOLS</a:t>
            </a:r>
            <a:endParaRPr/>
          </a:p>
        </p:txBody>
      </p:sp>
      <p:sp>
        <p:nvSpPr>
          <p:cNvPr id="210" name="Google Shape;210;p10"/>
          <p:cNvSpPr txBox="1">
            <a:spLocks noGrp="1"/>
          </p:cNvSpPr>
          <p:nvPr>
            <p:ph type="body" idx="1"/>
          </p:nvPr>
        </p:nvSpPr>
        <p:spPr>
          <a:xfrm>
            <a:off x="685800" y="2194560"/>
            <a:ext cx="10820400" cy="4024125"/>
          </a:xfrm>
          <a:prstGeom prst="rect">
            <a:avLst/>
          </a:prstGeom>
          <a:noFill/>
          <a:ln>
            <a:noFill/>
          </a:ln>
        </p:spPr>
        <p:txBody>
          <a:bodyPr spcFirstLastPara="1" wrap="square" lIns="91425" tIns="45700" rIns="91425" bIns="45700" anchor="t" anchorCtr="0">
            <a:normAutofit lnSpcReduction="10000"/>
          </a:bodyPr>
          <a:lstStyle/>
          <a:p>
            <a:pPr marL="800100" lvl="1">
              <a:spcBef>
                <a:spcPts val="0"/>
              </a:spcBef>
              <a:buSzPts val="2000"/>
            </a:pPr>
            <a:r>
              <a:rPr lang="en-US" sz="2800" b="1" dirty="0"/>
              <a:t>Pipeline Overview</a:t>
            </a:r>
          </a:p>
          <a:p>
            <a:pPr marL="1257300" lvl="2">
              <a:spcBef>
                <a:spcPts val="0"/>
              </a:spcBef>
              <a:buSzPts val="2000"/>
            </a:pPr>
            <a:r>
              <a:rPr lang="en-US" sz="2400" dirty="0"/>
              <a:t>Security integrated across all stages of development</a:t>
            </a:r>
          </a:p>
          <a:p>
            <a:pPr marL="1257300" lvl="2">
              <a:spcBef>
                <a:spcPts val="0"/>
              </a:spcBef>
              <a:buSzPts val="2000"/>
            </a:pPr>
            <a:r>
              <a:rPr lang="en-US" sz="2400" dirty="0"/>
              <a:t>Continuous process: Design &gt; Build &gt; Test &gt; Deploy &gt; Monitor</a:t>
            </a:r>
          </a:p>
          <a:p>
            <a:pPr marL="800100" lvl="1">
              <a:spcBef>
                <a:spcPts val="0"/>
              </a:spcBef>
              <a:buSzPts val="2000"/>
            </a:pPr>
            <a:r>
              <a:rPr lang="en-US" sz="2800" b="1" dirty="0"/>
              <a:t>Key Security Tools</a:t>
            </a:r>
          </a:p>
          <a:p>
            <a:pPr marL="1257300" lvl="2">
              <a:spcBef>
                <a:spcPts val="0"/>
              </a:spcBef>
              <a:buSzPts val="2000"/>
            </a:pPr>
            <a:r>
              <a:rPr lang="en-US" sz="2400" dirty="0"/>
              <a:t>Build stage: Compiler, static analysis tools</a:t>
            </a:r>
          </a:p>
          <a:p>
            <a:pPr marL="1257300" lvl="2">
              <a:spcBef>
                <a:spcPts val="0"/>
              </a:spcBef>
              <a:buSzPts val="2000"/>
            </a:pPr>
            <a:r>
              <a:rPr lang="en-US" sz="2400" dirty="0"/>
              <a:t>Test stage: Unit testing, fuzzing, vulnerability scanners</a:t>
            </a:r>
          </a:p>
          <a:p>
            <a:pPr marL="1257300" lvl="2">
              <a:spcBef>
                <a:spcPts val="0"/>
              </a:spcBef>
              <a:buSzPts val="2000"/>
            </a:pPr>
            <a:r>
              <a:rPr lang="en-US" sz="2400" dirty="0"/>
              <a:t>CI/CD pipeline: Automated security checks</a:t>
            </a:r>
          </a:p>
          <a:p>
            <a:pPr marL="1257300" lvl="2">
              <a:spcBef>
                <a:spcPts val="0"/>
              </a:spcBef>
              <a:buSzPts val="2000"/>
            </a:pPr>
            <a:r>
              <a:rPr lang="en-US" sz="2400" dirty="0"/>
              <a:t>Production: SIEM, intrusion detection, monitoring tools</a:t>
            </a:r>
          </a:p>
          <a:p>
            <a:pPr marL="800100" lvl="1">
              <a:spcBef>
                <a:spcPts val="0"/>
              </a:spcBef>
              <a:buSzPts val="2000"/>
            </a:pPr>
            <a:r>
              <a:rPr lang="en-US" sz="2800" b="1" dirty="0"/>
              <a:t>Purpose</a:t>
            </a:r>
          </a:p>
          <a:p>
            <a:pPr marL="1257300" lvl="2">
              <a:spcBef>
                <a:spcPts val="0"/>
              </a:spcBef>
              <a:buSzPts val="2000"/>
            </a:pPr>
            <a:r>
              <a:rPr lang="en-US" sz="2400" dirty="0"/>
              <a:t>Detect vulnerabilities early</a:t>
            </a:r>
          </a:p>
          <a:p>
            <a:pPr marL="1257300" lvl="2">
              <a:spcBef>
                <a:spcPts val="0"/>
              </a:spcBef>
              <a:buSzPts val="2000"/>
            </a:pPr>
            <a:r>
              <a:rPr lang="en-US" sz="2400" dirty="0"/>
              <a:t>Reduce risk before deployment</a:t>
            </a:r>
          </a:p>
          <a:p>
            <a:pPr marL="1257300" lvl="2">
              <a:spcBef>
                <a:spcPts val="0"/>
              </a:spcBef>
              <a:buSzPts val="2000"/>
            </a:pPr>
            <a:r>
              <a:rPr lang="en-US" sz="2400" dirty="0"/>
              <a:t>Enable continuous monitoring and response</a:t>
            </a:r>
            <a:endParaRPr dirty="0"/>
          </a:p>
        </p:txBody>
      </p:sp>
      <p:pic>
        <p:nvPicPr>
          <p:cNvPr id="211" name="Google Shape;211;p10" descr="Green Pace logo"/>
          <p:cNvPicPr preferRelativeResize="0"/>
          <p:nvPr/>
        </p:nvPicPr>
        <p:blipFill>
          <a:blip r:embed="rId4">
            <a:alphaModFix/>
          </a:blip>
          <a:stretch>
            <a:fillRect/>
          </a:stretch>
        </p:blipFill>
        <p:spPr>
          <a:xfrm>
            <a:off x="11084074" y="5440526"/>
            <a:ext cx="886601" cy="1149225"/>
          </a:xfrm>
          <a:prstGeom prst="rect">
            <a:avLst/>
          </a:prstGeom>
          <a:noFill/>
          <a:ln>
            <a:noFill/>
          </a:ln>
        </p:spPr>
      </p:pic>
    </p:spTree>
    <p:custDataLst>
      <p:tags r:id="rId1"/>
    </p:custData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15"/>
        <p:cNvGrpSpPr/>
        <p:nvPr/>
      </p:nvGrpSpPr>
      <p:grpSpPr>
        <a:xfrm>
          <a:off x="0" y="0"/>
          <a:ext cx="0" cy="0"/>
          <a:chOff x="0" y="0"/>
          <a:chExt cx="0" cy="0"/>
        </a:xfrm>
      </p:grpSpPr>
      <p:sp>
        <p:nvSpPr>
          <p:cNvPr id="216" name="Google Shape;216;p11"/>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a:t>RISKS AND BENEFITS</a:t>
            </a:r>
            <a:endParaRPr/>
          </a:p>
        </p:txBody>
      </p:sp>
      <p:sp>
        <p:nvSpPr>
          <p:cNvPr id="217" name="Google Shape;217;p11"/>
          <p:cNvSpPr txBox="1">
            <a:spLocks noGrp="1"/>
          </p:cNvSpPr>
          <p:nvPr>
            <p:ph type="body" idx="1"/>
          </p:nvPr>
        </p:nvSpPr>
        <p:spPr>
          <a:xfrm>
            <a:off x="685800" y="2194560"/>
            <a:ext cx="10820400" cy="4024125"/>
          </a:xfrm>
          <a:prstGeom prst="rect">
            <a:avLst/>
          </a:prstGeom>
          <a:noFill/>
          <a:ln>
            <a:noFill/>
          </a:ln>
        </p:spPr>
        <p:txBody>
          <a:bodyPr spcFirstLastPara="1" wrap="square" lIns="91425" tIns="45700" rIns="91425" bIns="45700" anchor="t" anchorCtr="0">
            <a:normAutofit lnSpcReduction="10000"/>
          </a:bodyPr>
          <a:lstStyle/>
          <a:p>
            <a:pPr marL="228600" lvl="0" indent="-228600" algn="l" rtl="0">
              <a:lnSpc>
                <a:spcPct val="90000"/>
              </a:lnSpc>
              <a:spcBef>
                <a:spcPts val="0"/>
              </a:spcBef>
              <a:spcAft>
                <a:spcPts val="0"/>
              </a:spcAft>
              <a:buClr>
                <a:schemeClr val="lt1"/>
              </a:buClr>
              <a:buSzPts val="2000"/>
              <a:buChar char="•"/>
            </a:pPr>
            <a:r>
              <a:rPr lang="en-US" sz="2800" b="1" dirty="0"/>
              <a:t>Problems</a:t>
            </a:r>
          </a:p>
          <a:p>
            <a:pPr marL="685800" lvl="1" indent="-228600">
              <a:spcBef>
                <a:spcPts val="0"/>
              </a:spcBef>
              <a:buSzPts val="2000"/>
            </a:pPr>
            <a:r>
              <a:rPr lang="en-US" sz="2400" dirty="0"/>
              <a:t>Unpatched vulnerabilities (Equifax case)</a:t>
            </a:r>
          </a:p>
          <a:p>
            <a:pPr marL="685800" lvl="1" indent="-228600">
              <a:spcBef>
                <a:spcPts val="0"/>
              </a:spcBef>
              <a:buSzPts val="2000"/>
            </a:pPr>
            <a:r>
              <a:rPr lang="en-US" sz="2400" dirty="0"/>
              <a:t>Weak monitoring and delayed detection</a:t>
            </a:r>
          </a:p>
          <a:p>
            <a:pPr marL="685800" lvl="1" indent="-228600">
              <a:spcBef>
                <a:spcPts val="0"/>
              </a:spcBef>
              <a:buSzPts val="2000"/>
            </a:pPr>
            <a:r>
              <a:rPr lang="en-US" sz="2400" dirty="0"/>
              <a:t>Exposure of sensitive data</a:t>
            </a:r>
          </a:p>
          <a:p>
            <a:pPr marL="228600" lvl="0" indent="-228600" algn="l" rtl="0">
              <a:lnSpc>
                <a:spcPct val="90000"/>
              </a:lnSpc>
              <a:spcBef>
                <a:spcPts val="0"/>
              </a:spcBef>
              <a:spcAft>
                <a:spcPts val="0"/>
              </a:spcAft>
              <a:buClr>
                <a:schemeClr val="lt1"/>
              </a:buClr>
              <a:buSzPts val="2000"/>
              <a:buChar char="•"/>
            </a:pPr>
            <a:r>
              <a:rPr lang="en-US" sz="2800" b="1" dirty="0"/>
              <a:t>Solutions</a:t>
            </a:r>
          </a:p>
          <a:p>
            <a:pPr marL="685800" lvl="1" indent="-228600">
              <a:spcBef>
                <a:spcPts val="0"/>
              </a:spcBef>
              <a:buSzPts val="2000"/>
            </a:pPr>
            <a:r>
              <a:rPr lang="en-US" sz="2400" dirty="0"/>
              <a:t>Automated patch management</a:t>
            </a:r>
          </a:p>
          <a:p>
            <a:pPr marL="685800" lvl="1" indent="-228600">
              <a:spcBef>
                <a:spcPts val="0"/>
              </a:spcBef>
              <a:buSzPts val="2000"/>
            </a:pPr>
            <a:r>
              <a:rPr lang="en-US" sz="2400" dirty="0"/>
              <a:t>Continuous monitoring and logging (SIEM)</a:t>
            </a:r>
          </a:p>
          <a:p>
            <a:pPr marL="685800" lvl="1" indent="-228600">
              <a:spcBef>
                <a:spcPts val="0"/>
              </a:spcBef>
              <a:buSzPts val="2000"/>
            </a:pPr>
            <a:r>
              <a:rPr lang="en-US" sz="2400" dirty="0"/>
              <a:t>Strong input validation and secure coding practices</a:t>
            </a:r>
          </a:p>
          <a:p>
            <a:pPr marL="228600" lvl="0" indent="-228600" algn="l" rtl="0">
              <a:lnSpc>
                <a:spcPct val="90000"/>
              </a:lnSpc>
              <a:spcBef>
                <a:spcPts val="0"/>
              </a:spcBef>
              <a:spcAft>
                <a:spcPts val="0"/>
              </a:spcAft>
              <a:buClr>
                <a:schemeClr val="lt1"/>
              </a:buClr>
              <a:buSzPts val="2000"/>
              <a:buChar char="•"/>
            </a:pPr>
            <a:r>
              <a:rPr lang="en-US" sz="2800" b="1" dirty="0"/>
              <a:t>Benefits of Acting Now</a:t>
            </a:r>
          </a:p>
          <a:p>
            <a:pPr marL="685800" lvl="1" indent="-228600">
              <a:spcBef>
                <a:spcPts val="0"/>
              </a:spcBef>
              <a:buSzPts val="2000"/>
            </a:pPr>
            <a:r>
              <a:rPr lang="en-US" sz="2400" dirty="0"/>
              <a:t>Reduces risk of data breaches</a:t>
            </a:r>
          </a:p>
          <a:p>
            <a:pPr marL="685800" lvl="1" indent="-228600">
              <a:spcBef>
                <a:spcPts val="0"/>
              </a:spcBef>
              <a:buSzPts val="2000"/>
            </a:pPr>
            <a:r>
              <a:rPr lang="en-US" sz="2400" dirty="0"/>
              <a:t>Protects sensitive user data</a:t>
            </a:r>
          </a:p>
          <a:p>
            <a:pPr marL="685800" lvl="1" indent="-228600">
              <a:spcBef>
                <a:spcPts val="0"/>
              </a:spcBef>
              <a:buSzPts val="2000"/>
            </a:pPr>
            <a:r>
              <a:rPr lang="en-US" sz="2400" dirty="0"/>
              <a:t>Improves system reliability and trust</a:t>
            </a:r>
            <a:endParaRPr sz="2800" dirty="0"/>
          </a:p>
        </p:txBody>
      </p:sp>
      <p:pic>
        <p:nvPicPr>
          <p:cNvPr id="218" name="Google Shape;218;p11" descr="Green Pace logo"/>
          <p:cNvPicPr preferRelativeResize="0"/>
          <p:nvPr/>
        </p:nvPicPr>
        <p:blipFill>
          <a:blip r:embed="rId4">
            <a:alphaModFix/>
          </a:blip>
          <a:stretch>
            <a:fillRect/>
          </a:stretch>
        </p:blipFill>
        <p:spPr>
          <a:xfrm>
            <a:off x="11084074" y="5440526"/>
            <a:ext cx="886601" cy="1149225"/>
          </a:xfrm>
          <a:prstGeom prst="rect">
            <a:avLst/>
          </a:prstGeom>
          <a:noFill/>
          <a:ln>
            <a:noFill/>
          </a:ln>
        </p:spPr>
      </p:pic>
      <p:sp>
        <p:nvSpPr>
          <p:cNvPr id="2" name="Google Shape;152;p3">
            <a:extLst>
              <a:ext uri="{FF2B5EF4-FFF2-40B4-BE49-F238E27FC236}">
                <a16:creationId xmlns:a16="http://schemas.microsoft.com/office/drawing/2014/main" id="{4ABA213D-3CB6-0AB0-F77B-79ADB9AD1370}"/>
              </a:ext>
            </a:extLst>
          </p:cNvPr>
          <p:cNvSpPr txBox="1">
            <a:spLocks/>
          </p:cNvSpPr>
          <p:nvPr/>
        </p:nvSpPr>
        <p:spPr>
          <a:xfrm>
            <a:off x="8268277" y="6355844"/>
            <a:ext cx="3923723" cy="604225"/>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42900" algn="l" rtl="0">
              <a:lnSpc>
                <a:spcPct val="90000"/>
              </a:lnSpc>
              <a:spcBef>
                <a:spcPts val="1000"/>
              </a:spcBef>
              <a:spcAft>
                <a:spcPts val="0"/>
              </a:spcAft>
              <a:buClr>
                <a:schemeClr val="lt1"/>
              </a:buClr>
              <a:buSzPts val="1800"/>
              <a:buFont typeface="Arial"/>
              <a:buChar char="•"/>
              <a:defRPr sz="2200" b="0" i="0" u="none" strike="noStrike" cap="none">
                <a:solidFill>
                  <a:schemeClr val="lt1"/>
                </a:solidFill>
                <a:latin typeface="Century Gothic"/>
                <a:ea typeface="Century Gothic"/>
                <a:cs typeface="Century Gothic"/>
                <a:sym typeface="Century Gothic"/>
              </a:defRPr>
            </a:lvl1pPr>
            <a:lvl2pPr marL="914400" marR="0" lvl="1" indent="-342900" algn="l" rtl="0">
              <a:lnSpc>
                <a:spcPct val="90000"/>
              </a:lnSpc>
              <a:spcBef>
                <a:spcPts val="500"/>
              </a:spcBef>
              <a:spcAft>
                <a:spcPts val="0"/>
              </a:spcAft>
              <a:buClr>
                <a:schemeClr val="lt1"/>
              </a:buClr>
              <a:buSzPts val="1800"/>
              <a:buFont typeface="Arial"/>
              <a:buChar char="•"/>
              <a:defRPr sz="2000" b="0" i="0" u="none" strike="noStrike" cap="none">
                <a:solidFill>
                  <a:schemeClr val="lt1"/>
                </a:solidFill>
                <a:latin typeface="Century Gothic"/>
                <a:ea typeface="Century Gothic"/>
                <a:cs typeface="Century Gothic"/>
                <a:sym typeface="Century Gothic"/>
              </a:defRPr>
            </a:lvl2pPr>
            <a:lvl3pPr marL="1371600" marR="0" lvl="2" indent="-342900" algn="l" rtl="0">
              <a:lnSpc>
                <a:spcPct val="90000"/>
              </a:lnSpc>
              <a:spcBef>
                <a:spcPts val="500"/>
              </a:spcBef>
              <a:spcAft>
                <a:spcPts val="0"/>
              </a:spcAft>
              <a:buClr>
                <a:schemeClr val="lt1"/>
              </a:buClr>
              <a:buSzPts val="1800"/>
              <a:buFont typeface="Arial"/>
              <a:buChar char="•"/>
              <a:defRPr sz="1800" b="0" i="0" u="none" strike="noStrike" cap="none">
                <a:solidFill>
                  <a:schemeClr val="lt1"/>
                </a:solidFill>
                <a:latin typeface="Century Gothic"/>
                <a:ea typeface="Century Gothic"/>
                <a:cs typeface="Century Gothic"/>
                <a:sym typeface="Century Gothic"/>
              </a:defRPr>
            </a:lvl3pPr>
            <a:lvl4pPr marL="1828800" marR="0" lvl="3" indent="-342900" algn="l" rtl="0">
              <a:lnSpc>
                <a:spcPct val="90000"/>
              </a:lnSpc>
              <a:spcBef>
                <a:spcPts val="500"/>
              </a:spcBef>
              <a:spcAft>
                <a:spcPts val="0"/>
              </a:spcAft>
              <a:buClr>
                <a:schemeClr val="lt1"/>
              </a:buClr>
              <a:buSzPts val="1800"/>
              <a:buFont typeface="Arial"/>
              <a:buChar char="•"/>
              <a:defRPr sz="1600" b="0" i="0" u="none" strike="noStrike" cap="none">
                <a:solidFill>
                  <a:schemeClr val="lt1"/>
                </a:solidFill>
                <a:latin typeface="Century Gothic"/>
                <a:ea typeface="Century Gothic"/>
                <a:cs typeface="Century Gothic"/>
                <a:sym typeface="Century Gothic"/>
              </a:defRPr>
            </a:lvl4pPr>
            <a:lvl5pPr marL="2286000" marR="0" lvl="4" indent="-342900" algn="l" rtl="0">
              <a:lnSpc>
                <a:spcPct val="90000"/>
              </a:lnSpc>
              <a:spcBef>
                <a:spcPts val="500"/>
              </a:spcBef>
              <a:spcAft>
                <a:spcPts val="0"/>
              </a:spcAft>
              <a:buClr>
                <a:schemeClr val="lt1"/>
              </a:buClr>
              <a:buSzPts val="1800"/>
              <a:buFont typeface="Arial"/>
              <a:buChar char="•"/>
              <a:defRPr sz="1600" b="0" i="0" u="none" strike="noStrike" cap="none">
                <a:solidFill>
                  <a:schemeClr val="lt1"/>
                </a:solidFill>
                <a:latin typeface="Century Gothic"/>
                <a:ea typeface="Century Gothic"/>
                <a:cs typeface="Century Gothic"/>
                <a:sym typeface="Century Gothic"/>
              </a:defRPr>
            </a:lvl5pPr>
            <a:lvl6pPr marL="2743200" marR="0" lvl="5" indent="-342900" algn="l" rtl="0">
              <a:lnSpc>
                <a:spcPct val="90000"/>
              </a:lnSpc>
              <a:spcBef>
                <a:spcPts val="500"/>
              </a:spcBef>
              <a:spcAft>
                <a:spcPts val="0"/>
              </a:spcAft>
              <a:buClr>
                <a:schemeClr val="lt1"/>
              </a:buClr>
              <a:buSzPts val="1800"/>
              <a:buFont typeface="Arial"/>
              <a:buChar char="•"/>
              <a:defRPr sz="1600" b="0" i="0" u="none" strike="noStrike" cap="none">
                <a:solidFill>
                  <a:schemeClr val="lt1"/>
                </a:solidFill>
                <a:latin typeface="Century Gothic"/>
                <a:ea typeface="Century Gothic"/>
                <a:cs typeface="Century Gothic"/>
                <a:sym typeface="Century Gothic"/>
              </a:defRPr>
            </a:lvl6pPr>
            <a:lvl7pPr marL="3200400" marR="0" lvl="6" indent="-342900" algn="l" rtl="0">
              <a:lnSpc>
                <a:spcPct val="90000"/>
              </a:lnSpc>
              <a:spcBef>
                <a:spcPts val="500"/>
              </a:spcBef>
              <a:spcAft>
                <a:spcPts val="0"/>
              </a:spcAft>
              <a:buClr>
                <a:schemeClr val="lt1"/>
              </a:buClr>
              <a:buSzPts val="1800"/>
              <a:buFont typeface="Arial"/>
              <a:buChar char="•"/>
              <a:defRPr sz="1600" b="0" i="0" u="none" strike="noStrike" cap="none">
                <a:solidFill>
                  <a:schemeClr val="lt1"/>
                </a:solidFill>
                <a:latin typeface="Century Gothic"/>
                <a:ea typeface="Century Gothic"/>
                <a:cs typeface="Century Gothic"/>
                <a:sym typeface="Century Gothic"/>
              </a:defRPr>
            </a:lvl7pPr>
            <a:lvl8pPr marL="3657600" marR="0" lvl="7" indent="-342900" algn="l" rtl="0">
              <a:lnSpc>
                <a:spcPct val="90000"/>
              </a:lnSpc>
              <a:spcBef>
                <a:spcPts val="500"/>
              </a:spcBef>
              <a:spcAft>
                <a:spcPts val="0"/>
              </a:spcAft>
              <a:buClr>
                <a:schemeClr val="lt1"/>
              </a:buClr>
              <a:buSzPts val="1800"/>
              <a:buFont typeface="Arial"/>
              <a:buChar char="•"/>
              <a:defRPr sz="1600" b="0" i="0" u="none" strike="noStrike" cap="none">
                <a:solidFill>
                  <a:schemeClr val="lt1"/>
                </a:solidFill>
                <a:latin typeface="Century Gothic"/>
                <a:ea typeface="Century Gothic"/>
                <a:cs typeface="Century Gothic"/>
                <a:sym typeface="Century Gothic"/>
              </a:defRPr>
            </a:lvl8pPr>
            <a:lvl9pPr marL="4114800" marR="0" lvl="8" indent="-342900" algn="l" rtl="0">
              <a:lnSpc>
                <a:spcPct val="90000"/>
              </a:lnSpc>
              <a:spcBef>
                <a:spcPts val="500"/>
              </a:spcBef>
              <a:spcAft>
                <a:spcPts val="0"/>
              </a:spcAft>
              <a:buClr>
                <a:schemeClr val="lt1"/>
              </a:buClr>
              <a:buSzPts val="1800"/>
              <a:buFont typeface="Arial"/>
              <a:buChar char="•"/>
              <a:defRPr sz="1600" b="0" i="0" u="none" strike="noStrike" cap="none">
                <a:solidFill>
                  <a:schemeClr val="lt1"/>
                </a:solidFill>
                <a:latin typeface="Century Gothic"/>
                <a:ea typeface="Century Gothic"/>
                <a:cs typeface="Century Gothic"/>
                <a:sym typeface="Century Gothic"/>
              </a:defRPr>
            </a:lvl9pPr>
          </a:lstStyle>
          <a:p>
            <a:pPr marL="0" indent="0">
              <a:buSzPts val="2200"/>
              <a:buNone/>
            </a:pPr>
            <a:r>
              <a:rPr lang="en-US" sz="1600" dirty="0"/>
              <a:t>Sources: EPIC, </a:t>
            </a:r>
            <a:r>
              <a:rPr lang="en-US" sz="1600" dirty="0" err="1"/>
              <a:t>Breachsense</a:t>
            </a:r>
            <a:endParaRPr lang="en-US" sz="1600" dirty="0"/>
          </a:p>
        </p:txBody>
      </p:sp>
    </p:spTree>
    <p:custDataLst>
      <p:tags r:id="rId1"/>
    </p:custData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15">
          <a:extLst>
            <a:ext uri="{FF2B5EF4-FFF2-40B4-BE49-F238E27FC236}">
              <a16:creationId xmlns:a16="http://schemas.microsoft.com/office/drawing/2014/main" id="{704FBCA9-2DCE-E748-2769-0284A97C57BC}"/>
            </a:ext>
          </a:extLst>
        </p:cNvPr>
        <p:cNvGrpSpPr/>
        <p:nvPr/>
      </p:nvGrpSpPr>
      <p:grpSpPr>
        <a:xfrm>
          <a:off x="0" y="0"/>
          <a:ext cx="0" cy="0"/>
          <a:chOff x="0" y="0"/>
          <a:chExt cx="0" cy="0"/>
        </a:xfrm>
      </p:grpSpPr>
      <p:sp>
        <p:nvSpPr>
          <p:cNvPr id="216" name="Google Shape;216;p11">
            <a:extLst>
              <a:ext uri="{FF2B5EF4-FFF2-40B4-BE49-F238E27FC236}">
                <a16:creationId xmlns:a16="http://schemas.microsoft.com/office/drawing/2014/main" id="{9756F1A8-225E-988E-83A6-6D3E86FBEE53}"/>
              </a:ext>
            </a:extLst>
          </p:cNvPr>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a:t>RISKS AND BENEFITS</a:t>
            </a:r>
            <a:endParaRPr/>
          </a:p>
        </p:txBody>
      </p:sp>
      <p:sp>
        <p:nvSpPr>
          <p:cNvPr id="217" name="Google Shape;217;p11">
            <a:extLst>
              <a:ext uri="{FF2B5EF4-FFF2-40B4-BE49-F238E27FC236}">
                <a16:creationId xmlns:a16="http://schemas.microsoft.com/office/drawing/2014/main" id="{111491FF-569D-E6C4-A3AE-92C8E8C5502B}"/>
              </a:ext>
            </a:extLst>
          </p:cNvPr>
          <p:cNvSpPr txBox="1">
            <a:spLocks noGrp="1"/>
          </p:cNvSpPr>
          <p:nvPr>
            <p:ph type="body" idx="1"/>
          </p:nvPr>
        </p:nvSpPr>
        <p:spPr>
          <a:xfrm>
            <a:off x="685799" y="2194560"/>
            <a:ext cx="11419609" cy="4663440"/>
          </a:xfrm>
          <a:prstGeom prst="rect">
            <a:avLst/>
          </a:prstGeom>
          <a:noFill/>
          <a:ln>
            <a:noFill/>
          </a:ln>
        </p:spPr>
        <p:txBody>
          <a:bodyPr spcFirstLastPara="1" wrap="square" lIns="91425" tIns="45700" rIns="91425" bIns="45700" anchor="t" anchorCtr="0">
            <a:normAutofit lnSpcReduction="10000"/>
          </a:bodyPr>
          <a:lstStyle/>
          <a:p>
            <a:r>
              <a:rPr lang="en-US" sz="2800" b="1" dirty="0"/>
              <a:t>Risks of Waiting</a:t>
            </a:r>
            <a:endParaRPr lang="en-US" sz="2800" dirty="0"/>
          </a:p>
          <a:p>
            <a:pPr lvl="1"/>
            <a:r>
              <a:rPr lang="en-US" sz="2400" dirty="0"/>
              <a:t>Increased likelihood of exploitation </a:t>
            </a:r>
          </a:p>
          <a:p>
            <a:pPr lvl="1"/>
            <a:r>
              <a:rPr lang="en-US" sz="2400" dirty="0"/>
              <a:t>Greater financial and reputational damage </a:t>
            </a:r>
          </a:p>
          <a:p>
            <a:pPr lvl="1"/>
            <a:r>
              <a:rPr lang="en-US" sz="2400" dirty="0"/>
              <a:t>Delayed detection of security incidents </a:t>
            </a:r>
          </a:p>
          <a:p>
            <a:r>
              <a:rPr lang="en-US" sz="2800" b="1" dirty="0"/>
              <a:t>Strategy Gaps</a:t>
            </a:r>
            <a:endParaRPr lang="en-US" sz="2800" dirty="0"/>
          </a:p>
          <a:p>
            <a:pPr lvl="1"/>
            <a:r>
              <a:rPr lang="en-US" sz="2400" dirty="0"/>
              <a:t>Reliance on human processes instead of automation </a:t>
            </a:r>
          </a:p>
          <a:p>
            <a:pPr lvl="1"/>
            <a:r>
              <a:rPr lang="en-US" sz="2400" dirty="0"/>
              <a:t>Incomplete monitoring and alerting coverage </a:t>
            </a:r>
          </a:p>
          <a:p>
            <a:r>
              <a:rPr lang="en-US" sz="2800" b="1" dirty="0"/>
              <a:t>Next Steps</a:t>
            </a:r>
            <a:endParaRPr lang="en-US" sz="2800" dirty="0"/>
          </a:p>
          <a:p>
            <a:pPr lvl="1"/>
            <a:r>
              <a:rPr lang="en-US" sz="2400" dirty="0"/>
              <a:t>Implement automated security tools across pipeline </a:t>
            </a:r>
          </a:p>
          <a:p>
            <a:pPr lvl="1"/>
            <a:r>
              <a:rPr lang="en-US" sz="2400" dirty="0"/>
              <a:t>Enforce patch management policies </a:t>
            </a:r>
          </a:p>
          <a:p>
            <a:pPr lvl="1"/>
            <a:r>
              <a:rPr lang="en-US" sz="2400" dirty="0"/>
              <a:t>Improve monitoring and incident response</a:t>
            </a:r>
          </a:p>
        </p:txBody>
      </p:sp>
      <p:pic>
        <p:nvPicPr>
          <p:cNvPr id="218" name="Google Shape;218;p11" descr="Green Pace logo">
            <a:extLst>
              <a:ext uri="{FF2B5EF4-FFF2-40B4-BE49-F238E27FC236}">
                <a16:creationId xmlns:a16="http://schemas.microsoft.com/office/drawing/2014/main" id="{52F0332C-6C96-CCF0-0596-6E294E03FB23}"/>
              </a:ext>
            </a:extLst>
          </p:cNvPr>
          <p:cNvPicPr preferRelativeResize="0"/>
          <p:nvPr/>
        </p:nvPicPr>
        <p:blipFill>
          <a:blip r:embed="rId4">
            <a:alphaModFix/>
          </a:blip>
          <a:stretch>
            <a:fillRect/>
          </a:stretch>
        </p:blipFill>
        <p:spPr>
          <a:xfrm>
            <a:off x="11084074" y="5440526"/>
            <a:ext cx="886601" cy="1149225"/>
          </a:xfrm>
          <a:prstGeom prst="rect">
            <a:avLst/>
          </a:prstGeom>
          <a:noFill/>
          <a:ln>
            <a:noFill/>
          </a:ln>
        </p:spPr>
      </p:pic>
      <p:sp>
        <p:nvSpPr>
          <p:cNvPr id="2" name="Google Shape;152;p3">
            <a:extLst>
              <a:ext uri="{FF2B5EF4-FFF2-40B4-BE49-F238E27FC236}">
                <a16:creationId xmlns:a16="http://schemas.microsoft.com/office/drawing/2014/main" id="{956175D7-F3E7-914B-360C-80EFF05EA0C4}"/>
              </a:ext>
            </a:extLst>
          </p:cNvPr>
          <p:cNvSpPr txBox="1">
            <a:spLocks/>
          </p:cNvSpPr>
          <p:nvPr/>
        </p:nvSpPr>
        <p:spPr>
          <a:xfrm>
            <a:off x="8548831" y="6387899"/>
            <a:ext cx="3923723" cy="604225"/>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42900" algn="l" rtl="0">
              <a:lnSpc>
                <a:spcPct val="90000"/>
              </a:lnSpc>
              <a:spcBef>
                <a:spcPts val="1000"/>
              </a:spcBef>
              <a:spcAft>
                <a:spcPts val="0"/>
              </a:spcAft>
              <a:buClr>
                <a:schemeClr val="lt1"/>
              </a:buClr>
              <a:buSzPts val="1800"/>
              <a:buFont typeface="Arial"/>
              <a:buChar char="•"/>
              <a:defRPr sz="2200" b="0" i="0" u="none" strike="noStrike" cap="none">
                <a:solidFill>
                  <a:schemeClr val="lt1"/>
                </a:solidFill>
                <a:latin typeface="Century Gothic"/>
                <a:ea typeface="Century Gothic"/>
                <a:cs typeface="Century Gothic"/>
                <a:sym typeface="Century Gothic"/>
              </a:defRPr>
            </a:lvl1pPr>
            <a:lvl2pPr marL="914400" marR="0" lvl="1" indent="-342900" algn="l" rtl="0">
              <a:lnSpc>
                <a:spcPct val="90000"/>
              </a:lnSpc>
              <a:spcBef>
                <a:spcPts val="500"/>
              </a:spcBef>
              <a:spcAft>
                <a:spcPts val="0"/>
              </a:spcAft>
              <a:buClr>
                <a:schemeClr val="lt1"/>
              </a:buClr>
              <a:buSzPts val="1800"/>
              <a:buFont typeface="Arial"/>
              <a:buChar char="•"/>
              <a:defRPr sz="2000" b="0" i="0" u="none" strike="noStrike" cap="none">
                <a:solidFill>
                  <a:schemeClr val="lt1"/>
                </a:solidFill>
                <a:latin typeface="Century Gothic"/>
                <a:ea typeface="Century Gothic"/>
                <a:cs typeface="Century Gothic"/>
                <a:sym typeface="Century Gothic"/>
              </a:defRPr>
            </a:lvl2pPr>
            <a:lvl3pPr marL="1371600" marR="0" lvl="2" indent="-342900" algn="l" rtl="0">
              <a:lnSpc>
                <a:spcPct val="90000"/>
              </a:lnSpc>
              <a:spcBef>
                <a:spcPts val="500"/>
              </a:spcBef>
              <a:spcAft>
                <a:spcPts val="0"/>
              </a:spcAft>
              <a:buClr>
                <a:schemeClr val="lt1"/>
              </a:buClr>
              <a:buSzPts val="1800"/>
              <a:buFont typeface="Arial"/>
              <a:buChar char="•"/>
              <a:defRPr sz="1800" b="0" i="0" u="none" strike="noStrike" cap="none">
                <a:solidFill>
                  <a:schemeClr val="lt1"/>
                </a:solidFill>
                <a:latin typeface="Century Gothic"/>
                <a:ea typeface="Century Gothic"/>
                <a:cs typeface="Century Gothic"/>
                <a:sym typeface="Century Gothic"/>
              </a:defRPr>
            </a:lvl3pPr>
            <a:lvl4pPr marL="1828800" marR="0" lvl="3" indent="-342900" algn="l" rtl="0">
              <a:lnSpc>
                <a:spcPct val="90000"/>
              </a:lnSpc>
              <a:spcBef>
                <a:spcPts val="500"/>
              </a:spcBef>
              <a:spcAft>
                <a:spcPts val="0"/>
              </a:spcAft>
              <a:buClr>
                <a:schemeClr val="lt1"/>
              </a:buClr>
              <a:buSzPts val="1800"/>
              <a:buFont typeface="Arial"/>
              <a:buChar char="•"/>
              <a:defRPr sz="1600" b="0" i="0" u="none" strike="noStrike" cap="none">
                <a:solidFill>
                  <a:schemeClr val="lt1"/>
                </a:solidFill>
                <a:latin typeface="Century Gothic"/>
                <a:ea typeface="Century Gothic"/>
                <a:cs typeface="Century Gothic"/>
                <a:sym typeface="Century Gothic"/>
              </a:defRPr>
            </a:lvl4pPr>
            <a:lvl5pPr marL="2286000" marR="0" lvl="4" indent="-342900" algn="l" rtl="0">
              <a:lnSpc>
                <a:spcPct val="90000"/>
              </a:lnSpc>
              <a:spcBef>
                <a:spcPts val="500"/>
              </a:spcBef>
              <a:spcAft>
                <a:spcPts val="0"/>
              </a:spcAft>
              <a:buClr>
                <a:schemeClr val="lt1"/>
              </a:buClr>
              <a:buSzPts val="1800"/>
              <a:buFont typeface="Arial"/>
              <a:buChar char="•"/>
              <a:defRPr sz="1600" b="0" i="0" u="none" strike="noStrike" cap="none">
                <a:solidFill>
                  <a:schemeClr val="lt1"/>
                </a:solidFill>
                <a:latin typeface="Century Gothic"/>
                <a:ea typeface="Century Gothic"/>
                <a:cs typeface="Century Gothic"/>
                <a:sym typeface="Century Gothic"/>
              </a:defRPr>
            </a:lvl5pPr>
            <a:lvl6pPr marL="2743200" marR="0" lvl="5" indent="-342900" algn="l" rtl="0">
              <a:lnSpc>
                <a:spcPct val="90000"/>
              </a:lnSpc>
              <a:spcBef>
                <a:spcPts val="500"/>
              </a:spcBef>
              <a:spcAft>
                <a:spcPts val="0"/>
              </a:spcAft>
              <a:buClr>
                <a:schemeClr val="lt1"/>
              </a:buClr>
              <a:buSzPts val="1800"/>
              <a:buFont typeface="Arial"/>
              <a:buChar char="•"/>
              <a:defRPr sz="1600" b="0" i="0" u="none" strike="noStrike" cap="none">
                <a:solidFill>
                  <a:schemeClr val="lt1"/>
                </a:solidFill>
                <a:latin typeface="Century Gothic"/>
                <a:ea typeface="Century Gothic"/>
                <a:cs typeface="Century Gothic"/>
                <a:sym typeface="Century Gothic"/>
              </a:defRPr>
            </a:lvl6pPr>
            <a:lvl7pPr marL="3200400" marR="0" lvl="6" indent="-342900" algn="l" rtl="0">
              <a:lnSpc>
                <a:spcPct val="90000"/>
              </a:lnSpc>
              <a:spcBef>
                <a:spcPts val="500"/>
              </a:spcBef>
              <a:spcAft>
                <a:spcPts val="0"/>
              </a:spcAft>
              <a:buClr>
                <a:schemeClr val="lt1"/>
              </a:buClr>
              <a:buSzPts val="1800"/>
              <a:buFont typeface="Arial"/>
              <a:buChar char="•"/>
              <a:defRPr sz="1600" b="0" i="0" u="none" strike="noStrike" cap="none">
                <a:solidFill>
                  <a:schemeClr val="lt1"/>
                </a:solidFill>
                <a:latin typeface="Century Gothic"/>
                <a:ea typeface="Century Gothic"/>
                <a:cs typeface="Century Gothic"/>
                <a:sym typeface="Century Gothic"/>
              </a:defRPr>
            </a:lvl7pPr>
            <a:lvl8pPr marL="3657600" marR="0" lvl="7" indent="-342900" algn="l" rtl="0">
              <a:lnSpc>
                <a:spcPct val="90000"/>
              </a:lnSpc>
              <a:spcBef>
                <a:spcPts val="500"/>
              </a:spcBef>
              <a:spcAft>
                <a:spcPts val="0"/>
              </a:spcAft>
              <a:buClr>
                <a:schemeClr val="lt1"/>
              </a:buClr>
              <a:buSzPts val="1800"/>
              <a:buFont typeface="Arial"/>
              <a:buChar char="•"/>
              <a:defRPr sz="1600" b="0" i="0" u="none" strike="noStrike" cap="none">
                <a:solidFill>
                  <a:schemeClr val="lt1"/>
                </a:solidFill>
                <a:latin typeface="Century Gothic"/>
                <a:ea typeface="Century Gothic"/>
                <a:cs typeface="Century Gothic"/>
                <a:sym typeface="Century Gothic"/>
              </a:defRPr>
            </a:lvl8pPr>
            <a:lvl9pPr marL="4114800" marR="0" lvl="8" indent="-342900" algn="l" rtl="0">
              <a:lnSpc>
                <a:spcPct val="90000"/>
              </a:lnSpc>
              <a:spcBef>
                <a:spcPts val="500"/>
              </a:spcBef>
              <a:spcAft>
                <a:spcPts val="0"/>
              </a:spcAft>
              <a:buClr>
                <a:schemeClr val="lt1"/>
              </a:buClr>
              <a:buSzPts val="1800"/>
              <a:buFont typeface="Arial"/>
              <a:buChar char="•"/>
              <a:defRPr sz="1600" b="0" i="0" u="none" strike="noStrike" cap="none">
                <a:solidFill>
                  <a:schemeClr val="lt1"/>
                </a:solidFill>
                <a:latin typeface="Century Gothic"/>
                <a:ea typeface="Century Gothic"/>
                <a:cs typeface="Century Gothic"/>
                <a:sym typeface="Century Gothic"/>
              </a:defRPr>
            </a:lvl9pPr>
          </a:lstStyle>
          <a:p>
            <a:pPr marL="0" indent="0">
              <a:buSzPts val="2200"/>
              <a:buNone/>
            </a:pPr>
            <a:r>
              <a:rPr lang="en-US" sz="1600" dirty="0"/>
              <a:t>Sources: EPIC, </a:t>
            </a:r>
            <a:r>
              <a:rPr lang="en-US" sz="1600" dirty="0" err="1"/>
              <a:t>Breachsense</a:t>
            </a:r>
            <a:endParaRPr lang="en-US" sz="1600" dirty="0"/>
          </a:p>
        </p:txBody>
      </p:sp>
    </p:spTree>
    <p:custDataLst>
      <p:tags r:id="rId1"/>
    </p:custDataLst>
    <p:extLst>
      <p:ext uri="{BB962C8B-B14F-4D97-AF65-F5344CB8AC3E}">
        <p14:creationId xmlns:p14="http://schemas.microsoft.com/office/powerpoint/2010/main" val="74589963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22"/>
        <p:cNvGrpSpPr/>
        <p:nvPr/>
      </p:nvGrpSpPr>
      <p:grpSpPr>
        <a:xfrm>
          <a:off x="0" y="0"/>
          <a:ext cx="0" cy="0"/>
          <a:chOff x="0" y="0"/>
          <a:chExt cx="0" cy="0"/>
        </a:xfrm>
      </p:grpSpPr>
      <p:sp>
        <p:nvSpPr>
          <p:cNvPr id="223" name="Google Shape;223;p12"/>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a:t>RECOMMENDATIONS</a:t>
            </a:r>
            <a:endParaRPr/>
          </a:p>
        </p:txBody>
      </p:sp>
      <p:sp>
        <p:nvSpPr>
          <p:cNvPr id="224" name="Google Shape;224;p12"/>
          <p:cNvSpPr txBox="1">
            <a:spLocks noGrp="1"/>
          </p:cNvSpPr>
          <p:nvPr>
            <p:ph type="body" idx="1"/>
          </p:nvPr>
        </p:nvSpPr>
        <p:spPr>
          <a:xfrm>
            <a:off x="263674" y="1882833"/>
            <a:ext cx="10820400" cy="4528358"/>
          </a:xfrm>
          <a:prstGeom prst="rect">
            <a:avLst/>
          </a:prstGeom>
          <a:noFill/>
          <a:ln>
            <a:noFill/>
          </a:ln>
        </p:spPr>
        <p:txBody>
          <a:bodyPr spcFirstLastPara="1" wrap="square" lIns="91425" tIns="45700" rIns="91425" bIns="45700" anchor="t" anchorCtr="0">
            <a:normAutofit lnSpcReduction="10000"/>
          </a:bodyPr>
          <a:lstStyle/>
          <a:p>
            <a:pPr marL="1200150" lvl="2" indent="-285750">
              <a:spcBef>
                <a:spcPts val="0"/>
              </a:spcBef>
            </a:pPr>
            <a:r>
              <a:rPr lang="en-US" sz="2800" b="1" dirty="0"/>
              <a:t>Current Gaps</a:t>
            </a:r>
          </a:p>
          <a:p>
            <a:pPr marL="1657350" lvl="3" indent="-285750">
              <a:spcBef>
                <a:spcPts val="0"/>
              </a:spcBef>
            </a:pPr>
            <a:r>
              <a:rPr lang="en-US" sz="2400" dirty="0"/>
              <a:t>Inconsistent patch management processes</a:t>
            </a:r>
          </a:p>
          <a:p>
            <a:pPr marL="1657350" lvl="3" indent="-285750">
              <a:spcBef>
                <a:spcPts val="0"/>
              </a:spcBef>
            </a:pPr>
            <a:r>
              <a:rPr lang="en-US" sz="2400" dirty="0"/>
              <a:t>Limited automated vulnerability detection</a:t>
            </a:r>
          </a:p>
          <a:p>
            <a:pPr marL="1657350" lvl="3" indent="-285750">
              <a:spcBef>
                <a:spcPts val="0"/>
              </a:spcBef>
            </a:pPr>
            <a:r>
              <a:rPr lang="en-US" sz="2400" dirty="0"/>
              <a:t>Incomplete monitoring and alerting coverage</a:t>
            </a:r>
          </a:p>
          <a:p>
            <a:pPr marL="1657350" lvl="3" indent="-285750">
              <a:spcBef>
                <a:spcPts val="0"/>
              </a:spcBef>
            </a:pPr>
            <a:r>
              <a:rPr lang="en-US" sz="2400" dirty="0"/>
              <a:t>Overreliance on manual security practices</a:t>
            </a:r>
          </a:p>
          <a:p>
            <a:pPr marL="1200150" lvl="2" indent="-285750">
              <a:spcBef>
                <a:spcPts val="0"/>
              </a:spcBef>
            </a:pPr>
            <a:r>
              <a:rPr lang="en-US" sz="2800" b="1" dirty="0"/>
              <a:t>Impact of Gaps</a:t>
            </a:r>
          </a:p>
          <a:p>
            <a:pPr marL="1657350" lvl="3" indent="-285750">
              <a:spcBef>
                <a:spcPts val="0"/>
              </a:spcBef>
            </a:pPr>
            <a:r>
              <a:rPr lang="en-US" sz="2400" dirty="0"/>
              <a:t>Increased exposure to known vulnerabilities</a:t>
            </a:r>
          </a:p>
          <a:p>
            <a:pPr marL="1657350" lvl="3" indent="-285750">
              <a:spcBef>
                <a:spcPts val="0"/>
              </a:spcBef>
            </a:pPr>
            <a:r>
              <a:rPr lang="en-US" sz="2400" dirty="0"/>
              <a:t>Delayed detection of security incidents</a:t>
            </a:r>
          </a:p>
          <a:p>
            <a:pPr marL="1657350" lvl="3" indent="-285750">
              <a:spcBef>
                <a:spcPts val="0"/>
              </a:spcBef>
            </a:pPr>
            <a:r>
              <a:rPr lang="en-US" sz="2400" dirty="0"/>
              <a:t>Higher risk of large-scale data breaches</a:t>
            </a:r>
          </a:p>
          <a:p>
            <a:pPr marL="1200150" lvl="2" indent="-285750">
              <a:spcBef>
                <a:spcPts val="0"/>
              </a:spcBef>
            </a:pPr>
            <a:r>
              <a:rPr lang="en-US" sz="2800" b="1" dirty="0"/>
              <a:t>Recommended Improvements</a:t>
            </a:r>
          </a:p>
          <a:p>
            <a:pPr marL="1657350" lvl="3" indent="-285750">
              <a:spcBef>
                <a:spcPts val="0"/>
              </a:spcBef>
            </a:pPr>
            <a:r>
              <a:rPr lang="en-US" sz="2400" dirty="0"/>
              <a:t>Implement automated patch management</a:t>
            </a:r>
          </a:p>
          <a:p>
            <a:pPr marL="1657350" lvl="3" indent="-285750">
              <a:spcBef>
                <a:spcPts val="0"/>
              </a:spcBef>
            </a:pPr>
            <a:r>
              <a:rPr lang="en-US" sz="2400" dirty="0"/>
              <a:t>Expand vulnerability scanning and dependency checks</a:t>
            </a:r>
          </a:p>
          <a:p>
            <a:pPr marL="1657350" lvl="3" indent="-285750">
              <a:spcBef>
                <a:spcPts val="0"/>
              </a:spcBef>
            </a:pPr>
            <a:r>
              <a:rPr lang="en-US" sz="2400" dirty="0"/>
              <a:t>Strengthen real-time monitoring and alerting (SIEM)</a:t>
            </a:r>
          </a:p>
          <a:p>
            <a:pPr marL="1657350" lvl="3" indent="-285750">
              <a:spcBef>
                <a:spcPts val="0"/>
              </a:spcBef>
            </a:pPr>
            <a:r>
              <a:rPr lang="en-US" sz="2400" dirty="0"/>
              <a:t>Integrate security fully into </a:t>
            </a:r>
            <a:r>
              <a:rPr lang="en-US" sz="2400" dirty="0" err="1"/>
              <a:t>DevSecOps</a:t>
            </a:r>
            <a:r>
              <a:rPr lang="en-US" sz="2400" dirty="0"/>
              <a:t> pipeline</a:t>
            </a:r>
            <a:endParaRPr sz="2400" dirty="0"/>
          </a:p>
        </p:txBody>
      </p:sp>
      <p:pic>
        <p:nvPicPr>
          <p:cNvPr id="225" name="Google Shape;225;p12" descr="Green Pace logo"/>
          <p:cNvPicPr preferRelativeResize="0"/>
          <p:nvPr/>
        </p:nvPicPr>
        <p:blipFill>
          <a:blip r:embed="rId4">
            <a:alphaModFix/>
          </a:blip>
          <a:stretch>
            <a:fillRect/>
          </a:stretch>
        </p:blipFill>
        <p:spPr>
          <a:xfrm>
            <a:off x="11084074" y="5440526"/>
            <a:ext cx="886601" cy="1149225"/>
          </a:xfrm>
          <a:prstGeom prst="rect">
            <a:avLst/>
          </a:prstGeom>
          <a:noFill/>
          <a:ln>
            <a:noFill/>
          </a:ln>
        </p:spPr>
      </p:pic>
    </p:spTree>
    <p:custDataLst>
      <p:tags r:id="rId1"/>
    </p:custData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29"/>
        <p:cNvGrpSpPr/>
        <p:nvPr/>
      </p:nvGrpSpPr>
      <p:grpSpPr>
        <a:xfrm>
          <a:off x="0" y="0"/>
          <a:ext cx="0" cy="0"/>
          <a:chOff x="0" y="0"/>
          <a:chExt cx="0" cy="0"/>
        </a:xfrm>
      </p:grpSpPr>
      <p:sp>
        <p:nvSpPr>
          <p:cNvPr id="230" name="Google Shape;230;p13"/>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a:t>CONCLUSIONS</a:t>
            </a:r>
            <a:endParaRPr/>
          </a:p>
        </p:txBody>
      </p:sp>
      <p:sp>
        <p:nvSpPr>
          <p:cNvPr id="231" name="Google Shape;231;p13"/>
          <p:cNvSpPr txBox="1">
            <a:spLocks noGrp="1"/>
          </p:cNvSpPr>
          <p:nvPr>
            <p:ph type="body" idx="1"/>
          </p:nvPr>
        </p:nvSpPr>
        <p:spPr>
          <a:xfrm>
            <a:off x="685800" y="2194560"/>
            <a:ext cx="10820400" cy="4663440"/>
          </a:xfrm>
          <a:prstGeom prst="rect">
            <a:avLst/>
          </a:prstGeom>
          <a:noFill/>
          <a:ln>
            <a:noFill/>
          </a:ln>
        </p:spPr>
        <p:txBody>
          <a:bodyPr spcFirstLastPara="1" wrap="square" lIns="91425" tIns="45700" rIns="91425" bIns="45700" anchor="t" anchorCtr="0">
            <a:normAutofit/>
          </a:bodyPr>
          <a:lstStyle/>
          <a:p>
            <a:pPr marL="342900">
              <a:spcBef>
                <a:spcPts val="0"/>
              </a:spcBef>
              <a:buSzPts val="2200"/>
            </a:pPr>
            <a:r>
              <a:rPr lang="en-US" sz="2400" b="1" dirty="0"/>
              <a:t>Key Standards to Adopt</a:t>
            </a:r>
          </a:p>
          <a:p>
            <a:pPr marL="800100" lvl="1">
              <a:spcBef>
                <a:spcPts val="0"/>
              </a:spcBef>
              <a:buSzPts val="2200"/>
            </a:pPr>
            <a:r>
              <a:rPr lang="en-US" sz="2400" dirty="0"/>
              <a:t>Enforce automated patch management policies</a:t>
            </a:r>
          </a:p>
          <a:p>
            <a:pPr marL="800100" lvl="1">
              <a:spcBef>
                <a:spcPts val="0"/>
              </a:spcBef>
              <a:buSzPts val="2200"/>
            </a:pPr>
            <a:r>
              <a:rPr lang="en-US" sz="2400" dirty="0"/>
              <a:t>Require continuous vulnerability scanning</a:t>
            </a:r>
          </a:p>
          <a:p>
            <a:pPr marL="800100" lvl="1">
              <a:spcBef>
                <a:spcPts val="0"/>
              </a:spcBef>
              <a:buSzPts val="2200"/>
            </a:pPr>
            <a:r>
              <a:rPr lang="en-US" sz="2400" dirty="0"/>
              <a:t>Strengthen input validation and secure coding practices</a:t>
            </a:r>
          </a:p>
          <a:p>
            <a:pPr marL="800100" lvl="1">
              <a:spcBef>
                <a:spcPts val="0"/>
              </a:spcBef>
              <a:buSzPts val="2200"/>
            </a:pPr>
            <a:r>
              <a:rPr lang="en-US" sz="2400" dirty="0"/>
              <a:t>Implement comprehensive logging and monitoring</a:t>
            </a:r>
          </a:p>
          <a:p>
            <a:pPr marL="342900">
              <a:spcBef>
                <a:spcPts val="0"/>
              </a:spcBef>
              <a:buSzPts val="2200"/>
            </a:pPr>
            <a:r>
              <a:rPr lang="en-US" sz="2400" b="1" dirty="0"/>
              <a:t>Security Strategy Going Forward</a:t>
            </a:r>
          </a:p>
          <a:p>
            <a:pPr marL="800100" lvl="1">
              <a:spcBef>
                <a:spcPts val="0"/>
              </a:spcBef>
              <a:buSzPts val="2200"/>
            </a:pPr>
            <a:r>
              <a:rPr lang="en-US" sz="2400" dirty="0"/>
              <a:t>Apply defense-in-depth across all systems</a:t>
            </a:r>
          </a:p>
          <a:p>
            <a:pPr marL="800100" lvl="1">
              <a:spcBef>
                <a:spcPts val="0"/>
              </a:spcBef>
              <a:buSzPts val="2200"/>
            </a:pPr>
            <a:r>
              <a:rPr lang="en-US" sz="2400" dirty="0"/>
              <a:t>Integrate security at every stage of development</a:t>
            </a:r>
          </a:p>
          <a:p>
            <a:pPr marL="800100" lvl="1">
              <a:spcBef>
                <a:spcPts val="0"/>
              </a:spcBef>
              <a:buSzPts val="2200"/>
            </a:pPr>
            <a:r>
              <a:rPr lang="en-US" sz="2400" dirty="0"/>
              <a:t>Prioritize high-impact vulnerabilities first</a:t>
            </a:r>
          </a:p>
          <a:p>
            <a:pPr marL="342900">
              <a:spcBef>
                <a:spcPts val="0"/>
              </a:spcBef>
              <a:buSzPts val="2200"/>
            </a:pPr>
            <a:r>
              <a:rPr lang="en-US" sz="2400" b="1" dirty="0"/>
              <a:t>Expected Outcomes</a:t>
            </a:r>
          </a:p>
          <a:p>
            <a:pPr marL="800100" lvl="1">
              <a:spcBef>
                <a:spcPts val="0"/>
              </a:spcBef>
              <a:buSzPts val="2200"/>
            </a:pPr>
            <a:r>
              <a:rPr lang="en-US" sz="2400" dirty="0"/>
              <a:t>Reduced risk of data breaches</a:t>
            </a:r>
          </a:p>
          <a:p>
            <a:pPr marL="800100" lvl="1">
              <a:spcBef>
                <a:spcPts val="0"/>
              </a:spcBef>
              <a:buSzPts val="2200"/>
            </a:pPr>
            <a:r>
              <a:rPr lang="en-US" sz="2400" dirty="0"/>
              <a:t>Faster detection and response to threats</a:t>
            </a:r>
          </a:p>
          <a:p>
            <a:pPr marL="800100" lvl="1">
              <a:spcBef>
                <a:spcPts val="0"/>
              </a:spcBef>
              <a:buSzPts val="2200"/>
            </a:pPr>
            <a:r>
              <a:rPr lang="en-US" sz="2400" dirty="0"/>
              <a:t>Improved system security and reliability</a:t>
            </a:r>
            <a:endParaRPr sz="2400" dirty="0"/>
          </a:p>
        </p:txBody>
      </p:sp>
      <p:pic>
        <p:nvPicPr>
          <p:cNvPr id="232" name="Google Shape;232;p13" descr="Green Pace logo"/>
          <p:cNvPicPr preferRelativeResize="0"/>
          <p:nvPr/>
        </p:nvPicPr>
        <p:blipFill>
          <a:blip r:embed="rId4">
            <a:alphaModFix/>
          </a:blip>
          <a:stretch>
            <a:fillRect/>
          </a:stretch>
        </p:blipFill>
        <p:spPr>
          <a:xfrm>
            <a:off x="11084074" y="5440526"/>
            <a:ext cx="886601" cy="1149225"/>
          </a:xfrm>
          <a:prstGeom prst="rect">
            <a:avLst/>
          </a:prstGeom>
          <a:noFill/>
          <a:ln>
            <a:noFill/>
          </a:ln>
        </p:spPr>
      </p:pic>
    </p:spTree>
    <p:custDataLst>
      <p:tags r:id="rId1"/>
    </p:custData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36"/>
        <p:cNvGrpSpPr/>
        <p:nvPr/>
      </p:nvGrpSpPr>
      <p:grpSpPr>
        <a:xfrm>
          <a:off x="0" y="0"/>
          <a:ext cx="0" cy="0"/>
          <a:chOff x="0" y="0"/>
          <a:chExt cx="0" cy="0"/>
        </a:xfrm>
      </p:grpSpPr>
      <p:sp>
        <p:nvSpPr>
          <p:cNvPr id="237" name="Google Shape;237;p14"/>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a:t>REFERENCES</a:t>
            </a:r>
            <a:endParaRPr/>
          </a:p>
        </p:txBody>
      </p:sp>
      <p:sp>
        <p:nvSpPr>
          <p:cNvPr id="238" name="Google Shape;238;p14"/>
          <p:cNvSpPr txBox="1">
            <a:spLocks noGrp="1"/>
          </p:cNvSpPr>
          <p:nvPr>
            <p:ph type="body" idx="1"/>
          </p:nvPr>
        </p:nvSpPr>
        <p:spPr>
          <a:xfrm>
            <a:off x="685800" y="2194560"/>
            <a:ext cx="10820400" cy="4024125"/>
          </a:xfrm>
          <a:prstGeom prst="rect">
            <a:avLst/>
          </a:prstGeom>
          <a:noFill/>
          <a:ln>
            <a:noFill/>
          </a:ln>
        </p:spPr>
        <p:txBody>
          <a:bodyPr spcFirstLastPara="1" wrap="square" lIns="91425" tIns="45700" rIns="91425" bIns="45700" anchor="t" anchorCtr="0">
            <a:normAutofit/>
          </a:bodyPr>
          <a:lstStyle/>
          <a:p>
            <a:r>
              <a:rPr lang="en-US" dirty="0"/>
              <a:t>Electronic Privacy Information Center. (n.d.). </a:t>
            </a:r>
            <a:r>
              <a:rPr lang="en-US" i="1" dirty="0"/>
              <a:t>Equifax data breach.</a:t>
            </a:r>
            <a:r>
              <a:rPr lang="en-US" dirty="0"/>
              <a:t> </a:t>
            </a:r>
            <a:r>
              <a:rPr lang="en-US" dirty="0">
                <a:hlinkClick r:id="rId4"/>
              </a:rPr>
              <a:t>https://archive.epic.org/privacy/data-breach/equifax/</a:t>
            </a:r>
            <a:endParaRPr lang="en-US" dirty="0"/>
          </a:p>
          <a:p>
            <a:r>
              <a:rPr lang="en-US" dirty="0" err="1"/>
              <a:t>Amishav</a:t>
            </a:r>
            <a:r>
              <a:rPr lang="en-US" dirty="0"/>
              <a:t>, J. (2026). </a:t>
            </a:r>
            <a:r>
              <a:rPr lang="en-US" i="1" dirty="0"/>
              <a:t>Equifax data breach 2017: Timeline, costs &amp; security lessons.</a:t>
            </a:r>
            <a:r>
              <a:rPr lang="en-US" dirty="0"/>
              <a:t> </a:t>
            </a:r>
            <a:r>
              <a:rPr lang="en-US" dirty="0" err="1"/>
              <a:t>Breachsense</a:t>
            </a:r>
            <a:r>
              <a:rPr lang="en-US" dirty="0"/>
              <a:t>. </a:t>
            </a:r>
            <a:r>
              <a:rPr lang="en-US" dirty="0">
                <a:hlinkClick r:id="rId5"/>
              </a:rPr>
              <a:t>https://www.breachsense.com/blog/equifax-data-breach/</a:t>
            </a:r>
            <a:endParaRPr lang="en-US" dirty="0"/>
          </a:p>
          <a:p>
            <a:endParaRPr lang="en-US" dirty="0"/>
          </a:p>
        </p:txBody>
      </p:sp>
      <p:pic>
        <p:nvPicPr>
          <p:cNvPr id="239" name="Google Shape;239;p14" descr="Green Pace logo"/>
          <p:cNvPicPr preferRelativeResize="0"/>
          <p:nvPr/>
        </p:nvPicPr>
        <p:blipFill>
          <a:blip r:embed="rId6">
            <a:alphaModFix/>
          </a:blip>
          <a:stretch>
            <a:fillRect/>
          </a:stretch>
        </p:blipFill>
        <p:spPr>
          <a:xfrm>
            <a:off x="11084074" y="5440526"/>
            <a:ext cx="886601" cy="1149225"/>
          </a:xfrm>
          <a:prstGeom prst="rect">
            <a:avLst/>
          </a:prstGeom>
          <a:noFill/>
          <a:ln>
            <a:noFill/>
          </a:ln>
        </p:spPr>
      </p:pic>
    </p:spTree>
    <p:custDataLst>
      <p:tags r:id="rId1"/>
    </p:custData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SLIDE_COUNT" val="14"/>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Vapor Trail">
  <a:themeElements>
    <a:clrScheme name="Vapor Trail">
      <a:dk1>
        <a:srgbClr val="000000"/>
      </a:dk1>
      <a:lt1>
        <a:srgbClr val="FFFFFF"/>
      </a:lt1>
      <a:dk2>
        <a:srgbClr val="454545"/>
      </a:dk2>
      <a:lt2>
        <a:srgbClr val="DADADA"/>
      </a:lt2>
      <a:accent1>
        <a:srgbClr val="DF2E28"/>
      </a:accent1>
      <a:accent2>
        <a:srgbClr val="FE801A"/>
      </a:accent2>
      <a:accent3>
        <a:srgbClr val="E9BF35"/>
      </a:accent3>
      <a:accent4>
        <a:srgbClr val="81BB42"/>
      </a:accent4>
      <a:accent5>
        <a:srgbClr val="32C7A9"/>
      </a:accent5>
      <a:accent6>
        <a:srgbClr val="4A9BDC"/>
      </a:accent6>
      <a:hlink>
        <a:srgbClr val="F0532B"/>
      </a:hlink>
      <a:folHlink>
        <a:srgbClr val="F38B53"/>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19267F6D1A260A4394C18F5AF72445EA" ma:contentTypeVersion="3" ma:contentTypeDescription="Create a new document." ma:contentTypeScope="" ma:versionID="d6a723735a0ade9a92961b83aee31dda">
  <xsd:schema xmlns:xsd="http://www.w3.org/2001/XMLSchema" xmlns:xs="http://www.w3.org/2001/XMLSchema" xmlns:p="http://schemas.microsoft.com/office/2006/metadata/properties" targetNamespace="http://schemas.microsoft.com/office/2006/metadata/properties" ma:root="true" ma:fieldsID="e345bd7673956a623930e5662e321f3a">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4"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3DB4D054-FC38-43E0-B24C-8E3420B75B8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openxmlformats.org/package/2006/metadata/core-properties"/>
    <ds:schemaRef ds:uri="http://purl.org/dc/elements/1.1/"/>
    <ds:schemaRef ds:uri="http://purl.org/dc/terms/"/>
    <ds:schemaRef ds:uri="http://schemas.microsoft.com/internal/obd"/>
    <ds:schemaRef ds:uri="http://schemas.microsoft.com/office/infopath/2007/PartnerControls"/>
  </ds:schemaRefs>
</ds:datastoreItem>
</file>

<file path=customXml/itemProps2.xml><?xml version="1.0" encoding="utf-8"?>
<ds:datastoreItem xmlns:ds="http://schemas.openxmlformats.org/officeDocument/2006/customXml" ds:itemID="{F398236C-7FA9-40C9-B456-AA158A506A32}">
  <ds:schemaRefs>
    <ds:schemaRef ds:uri="http://schemas.microsoft.com/sharepoint/v3/contenttype/forms"/>
  </ds:schemaRefs>
</ds:datastoreItem>
</file>

<file path=customXml/itemProps3.xml><?xml version="1.0" encoding="utf-8"?>
<ds:datastoreItem xmlns:ds="http://schemas.openxmlformats.org/officeDocument/2006/customXml" ds:itemID="{3E9B35DD-16B6-4415-A905-CDACA4FC6DBE}">
  <ds:schemaRefs>
    <ds:schemaRef ds:uri="http://schemas.openxmlformats.org/package/2006/metadata/core-properties"/>
    <ds:schemaRef ds:uri="http://www.w3.org/XML/1998/namespace"/>
    <ds:schemaRef ds:uri="http://schemas.microsoft.com/office/2006/documentManagement/types"/>
    <ds:schemaRef ds:uri="http://purl.org/dc/elements/1.1/"/>
    <ds:schemaRef ds:uri="http://purl.org/dc/dcmitype/"/>
    <ds:schemaRef ds:uri="http://schemas.microsoft.com/office/2006/metadata/properties"/>
    <ds:schemaRef ds:uri="http://schemas.microsoft.com/office/infopath/2007/PartnerControls"/>
    <ds:schemaRef ds:uri="http://purl.org/dc/terms/"/>
  </ds:schemaRefs>
</ds:datastoreItem>
</file>

<file path=docProps/app.xml><?xml version="1.0" encoding="utf-8"?>
<Properties xmlns="http://schemas.openxmlformats.org/officeDocument/2006/extended-properties" xmlns:vt="http://schemas.openxmlformats.org/officeDocument/2006/docPropsVTypes">
  <TotalTime>612</TotalTime>
  <Words>3424</Words>
  <Application>Microsoft Office PowerPoint</Application>
  <PresentationFormat>Widescreen</PresentationFormat>
  <Paragraphs>336</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Century Gothic</vt:lpstr>
      <vt:lpstr>Arial</vt:lpstr>
      <vt:lpstr>Vapor Trail</vt:lpstr>
      <vt:lpstr>Green Pace</vt:lpstr>
      <vt:lpstr>OVERVIEW: DEFENSE IN DEPTH</vt:lpstr>
      <vt:lpstr>THREATS MATRIX</vt:lpstr>
      <vt:lpstr>10 PRINCIPLES</vt:lpstr>
      <vt:lpstr>CODING STANDARDS</vt:lpstr>
      <vt:lpstr>ENCRYPTION POLICIES</vt:lpstr>
      <vt:lpstr>TRIPLE-A POLICIES</vt:lpstr>
      <vt:lpstr>Unit Testing Overview</vt:lpstr>
      <vt:lpstr>Does the program accept a valid input within range?</vt:lpstr>
      <vt:lpstr>Does the program reject a negative input?</vt:lpstr>
      <vt:lpstr>Does the program reject an oversized input?</vt:lpstr>
      <vt:lpstr>Does the program handle the boundary value of 0 correctly?</vt:lpstr>
      <vt:lpstr>AUTOMATION SUMMARY</vt:lpstr>
      <vt:lpstr>TOOLS</vt:lpstr>
      <vt:lpstr>RISKS AND BENEFITS</vt:lpstr>
      <vt:lpstr>RISKS AND BENEFITS</vt:lpstr>
      <vt:lpstr>RECOMMENDATIONS</vt:lpstr>
      <vt:lpstr>CONCLUSIONS</vt:lpstr>
      <vt:lpstr>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 405 Project Two Presentation Template</dc:title>
  <dc:creator>Kathy Shields</dc:creator>
  <cp:lastModifiedBy>Blackburn, Ryan</cp:lastModifiedBy>
  <cp:revision>31</cp:revision>
  <dcterms:created xsi:type="dcterms:W3CDTF">2020-08-19T17:59:24Z</dcterms:created>
  <dcterms:modified xsi:type="dcterms:W3CDTF">2026-04-16T16:29:38Z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rticulateGUID">
    <vt:lpwstr>DA78308B-55B0-44AB-B406-C6A80F5E53EB</vt:lpwstr>
  </property>
  <property fmtid="{D5CDD505-2E9C-101B-9397-08002B2CF9AE}" pid="3" name="ArticulatePath">
    <vt:lpwstr>CS 405 P2 Presentation Template</vt:lpwstr>
  </property>
  <property fmtid="{D5CDD505-2E9C-101B-9397-08002B2CF9AE}" pid="4" name="ContentTypeId">
    <vt:lpwstr>0x01010019267F6D1A260A4394C18F5AF72445EA</vt:lpwstr>
  </property>
</Properties>
</file>